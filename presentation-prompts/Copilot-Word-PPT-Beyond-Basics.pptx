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05" y="9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wayne Natwick" userId="1b0dde20-a9d8-43c2-bf65-7bd67e9bfd33" providerId="ADAL" clId="{AABC0D3D-5612-4062-8032-A0A82921A108}"/>
    <pc:docChg chg="custSel mod addSld modSld addMainMaster delMainMaster modMainMaster modNotesMaster setSldSz">
      <pc:chgData name="Dwayne Natwick" userId="1b0dde20-a9d8-43c2-bf65-7bd67e9bfd33" providerId="ADAL" clId="{AABC0D3D-5612-4062-8032-A0A82921A108}" dt="2026-08-13T16:36:00.579" v="3" actId="6549"/>
      <pc:docMkLst>
        <pc:docMk/>
      </pc:docMkLst>
      <pc:sldChg chg="modSp add mod">
        <pc:chgData name="Dwayne Natwick" userId="1b0dde20-a9d8-43c2-bf65-7bd67e9bfd33" providerId="ADAL" clId="{AABC0D3D-5612-4062-8032-A0A82921A108}" dt="2026-08-13T16:35:45.303" v="2" actId="6549"/>
        <pc:sldMkLst>
          <pc:docMk/>
          <pc:sldMk cId="0" sldId="256"/>
        </pc:sldMkLst>
        <pc:spChg chg="mod">
          <ac:chgData name="Dwayne Natwick" userId="1b0dde20-a9d8-43c2-bf65-7bd67e9bfd33" providerId="ADAL" clId="{AABC0D3D-5612-4062-8032-A0A82921A108}" dt="2026-08-13T16:35:45.303" v="2" actId="6549"/>
          <ac:spMkLst>
            <pc:docMk/>
            <pc:sldMk cId="0" sldId="256"/>
            <ac:spMk id="6" creationId="{00000000-0000-0000-0000-000000000000}"/>
          </ac:spMkLst>
        </pc:spChg>
      </pc:sldChg>
      <pc:sldChg chg="add">
        <pc:chgData name="Dwayne Natwick" userId="1b0dde20-a9d8-43c2-bf65-7bd67e9bfd33" providerId="ADAL" clId="{AABC0D3D-5612-4062-8032-A0A82921A108}" dt="2026-08-13T15:36:54.913" v="1" actId="26606"/>
        <pc:sldMkLst>
          <pc:docMk/>
          <pc:sldMk cId="0" sldId="257"/>
        </pc:sldMkLst>
      </pc:sldChg>
      <pc:sldChg chg="add">
        <pc:chgData name="Dwayne Natwick" userId="1b0dde20-a9d8-43c2-bf65-7bd67e9bfd33" providerId="ADAL" clId="{AABC0D3D-5612-4062-8032-A0A82921A108}" dt="2026-08-13T15:36:54.913" v="1" actId="26606"/>
        <pc:sldMkLst>
          <pc:docMk/>
          <pc:sldMk cId="0" sldId="258"/>
        </pc:sldMkLst>
      </pc:sldChg>
      <pc:sldChg chg="add">
        <pc:chgData name="Dwayne Natwick" userId="1b0dde20-a9d8-43c2-bf65-7bd67e9bfd33" providerId="ADAL" clId="{AABC0D3D-5612-4062-8032-A0A82921A108}" dt="2026-08-13T15:36:54.913" v="1" actId="26606"/>
        <pc:sldMkLst>
          <pc:docMk/>
          <pc:sldMk cId="0" sldId="259"/>
        </pc:sldMkLst>
      </pc:sldChg>
      <pc:sldChg chg="modSp add mod">
        <pc:chgData name="Dwayne Natwick" userId="1b0dde20-a9d8-43c2-bf65-7bd67e9bfd33" providerId="ADAL" clId="{AABC0D3D-5612-4062-8032-A0A82921A108}" dt="2026-08-13T16:36:00.579" v="3" actId="6549"/>
        <pc:sldMkLst>
          <pc:docMk/>
          <pc:sldMk cId="0" sldId="260"/>
        </pc:sldMkLst>
        <pc:spChg chg="mod">
          <ac:chgData name="Dwayne Natwick" userId="1b0dde20-a9d8-43c2-bf65-7bd67e9bfd33" providerId="ADAL" clId="{AABC0D3D-5612-4062-8032-A0A82921A108}" dt="2026-08-13T16:36:00.579" v="3" actId="6549"/>
          <ac:spMkLst>
            <pc:docMk/>
            <pc:sldMk cId="0" sldId="260"/>
            <ac:spMk id="19" creationId="{00000000-0000-0000-0000-000000000000}"/>
          </ac:spMkLst>
        </pc:spChg>
      </pc:sldChg>
      <pc:sldChg chg="add">
        <pc:chgData name="Dwayne Natwick" userId="1b0dde20-a9d8-43c2-bf65-7bd67e9bfd33" providerId="ADAL" clId="{AABC0D3D-5612-4062-8032-A0A82921A108}" dt="2026-08-13T15:36:54.913" v="1" actId="26606"/>
        <pc:sldMkLst>
          <pc:docMk/>
          <pc:sldMk cId="0" sldId="261"/>
        </pc:sldMkLst>
      </pc:sldChg>
      <pc:sldChg chg="add">
        <pc:chgData name="Dwayne Natwick" userId="1b0dde20-a9d8-43c2-bf65-7bd67e9bfd33" providerId="ADAL" clId="{AABC0D3D-5612-4062-8032-A0A82921A108}" dt="2026-08-13T15:36:54.913" v="1" actId="26606"/>
        <pc:sldMkLst>
          <pc:docMk/>
          <pc:sldMk cId="0" sldId="262"/>
        </pc:sldMkLst>
      </pc:sldChg>
      <pc:sldChg chg="add">
        <pc:chgData name="Dwayne Natwick" userId="1b0dde20-a9d8-43c2-bf65-7bd67e9bfd33" providerId="ADAL" clId="{AABC0D3D-5612-4062-8032-A0A82921A108}" dt="2026-08-13T15:36:54.913" v="1" actId="26606"/>
        <pc:sldMkLst>
          <pc:docMk/>
          <pc:sldMk cId="0" sldId="263"/>
        </pc:sldMkLst>
      </pc:sldChg>
      <pc:sldChg chg="add">
        <pc:chgData name="Dwayne Natwick" userId="1b0dde20-a9d8-43c2-bf65-7bd67e9bfd33" providerId="ADAL" clId="{AABC0D3D-5612-4062-8032-A0A82921A108}" dt="2026-08-13T15:36:54.913" v="1" actId="26606"/>
        <pc:sldMkLst>
          <pc:docMk/>
          <pc:sldMk cId="0" sldId="264"/>
        </pc:sldMkLst>
      </pc:sldChg>
      <pc:sldChg chg="add">
        <pc:chgData name="Dwayne Natwick" userId="1b0dde20-a9d8-43c2-bf65-7bd67e9bfd33" providerId="ADAL" clId="{AABC0D3D-5612-4062-8032-A0A82921A108}" dt="2026-08-13T15:36:54.913" v="1" actId="26606"/>
        <pc:sldMkLst>
          <pc:docMk/>
          <pc:sldMk cId="0" sldId="265"/>
        </pc:sldMkLst>
      </pc:sldChg>
      <pc:sldChg chg="add">
        <pc:chgData name="Dwayne Natwick" userId="1b0dde20-a9d8-43c2-bf65-7bd67e9bfd33" providerId="ADAL" clId="{AABC0D3D-5612-4062-8032-A0A82921A108}" dt="2026-08-13T15:36:54.913" v="1" actId="26606"/>
        <pc:sldMkLst>
          <pc:docMk/>
          <pc:sldMk cId="0" sldId="266"/>
        </pc:sldMkLst>
      </pc:sldChg>
      <pc:sldChg chg="add">
        <pc:chgData name="Dwayne Natwick" userId="1b0dde20-a9d8-43c2-bf65-7bd67e9bfd33" providerId="ADAL" clId="{AABC0D3D-5612-4062-8032-A0A82921A108}" dt="2026-08-13T15:36:54.913" v="1" actId="26606"/>
        <pc:sldMkLst>
          <pc:docMk/>
          <pc:sldMk cId="0" sldId="267"/>
        </pc:sldMkLst>
      </pc:sldChg>
      <pc:sldChg chg="add">
        <pc:chgData name="Dwayne Natwick" userId="1b0dde20-a9d8-43c2-bf65-7bd67e9bfd33" providerId="ADAL" clId="{AABC0D3D-5612-4062-8032-A0A82921A108}" dt="2026-08-13T15:36:54.913" v="1" actId="26606"/>
        <pc:sldMkLst>
          <pc:docMk/>
          <pc:sldMk cId="0" sldId="268"/>
        </pc:sldMkLst>
      </pc:sldChg>
      <pc:sldChg chg="add">
        <pc:chgData name="Dwayne Natwick" userId="1b0dde20-a9d8-43c2-bf65-7bd67e9bfd33" providerId="ADAL" clId="{AABC0D3D-5612-4062-8032-A0A82921A108}" dt="2026-08-13T15:36:54.913" v="1" actId="26606"/>
        <pc:sldMkLst>
          <pc:docMk/>
          <pc:sldMk cId="0" sldId="269"/>
        </pc:sldMkLst>
      </pc:sldChg>
      <pc:sldChg chg="add">
        <pc:chgData name="Dwayne Natwick" userId="1b0dde20-a9d8-43c2-bf65-7bd67e9bfd33" providerId="ADAL" clId="{AABC0D3D-5612-4062-8032-A0A82921A108}" dt="2026-08-13T15:36:54.913" v="1" actId="26606"/>
        <pc:sldMkLst>
          <pc:docMk/>
          <pc:sldMk cId="0" sldId="270"/>
        </pc:sldMkLst>
      </pc:sldChg>
      <pc:sldChg chg="add">
        <pc:chgData name="Dwayne Natwick" userId="1b0dde20-a9d8-43c2-bf65-7bd67e9bfd33" providerId="ADAL" clId="{AABC0D3D-5612-4062-8032-A0A82921A108}" dt="2026-08-13T15:36:54.913" v="1" actId="26606"/>
        <pc:sldMkLst>
          <pc:docMk/>
          <pc:sldMk cId="0" sldId="271"/>
        </pc:sldMkLst>
      </pc:sldChg>
      <pc:sldChg chg="add">
        <pc:chgData name="Dwayne Natwick" userId="1b0dde20-a9d8-43c2-bf65-7bd67e9bfd33" providerId="ADAL" clId="{AABC0D3D-5612-4062-8032-A0A82921A108}" dt="2026-08-13T15:36:54.913" v="1" actId="26606"/>
        <pc:sldMkLst>
          <pc:docMk/>
          <pc:sldMk cId="0" sldId="272"/>
        </pc:sldMkLst>
      </pc:sldChg>
      <pc:sldChg chg="add">
        <pc:chgData name="Dwayne Natwick" userId="1b0dde20-a9d8-43c2-bf65-7bd67e9bfd33" providerId="ADAL" clId="{AABC0D3D-5612-4062-8032-A0A82921A108}" dt="2026-08-13T15:36:54.913" v="1" actId="26606"/>
        <pc:sldMkLst>
          <pc:docMk/>
          <pc:sldMk cId="0" sldId="273"/>
        </pc:sldMkLst>
      </pc:sldChg>
      <pc:sldMasterChg chg="add addSldLayout delSldLayout modSldLayout sldLayoutOrd">
        <pc:chgData name="Dwayne Natwick" userId="1b0dde20-a9d8-43c2-bf65-7bd67e9bfd33" providerId="ADAL" clId="{AABC0D3D-5612-4062-8032-A0A82921A108}" dt="2026-08-13T15:36:54.913" v="1" actId="26606"/>
        <pc:sldMasterMkLst>
          <pc:docMk/>
          <pc:sldMasterMk cId="2221394022" sldId="2147483648"/>
        </pc:sldMasterMkLst>
        <pc:sldLayoutChg chg="add">
          <pc:chgData name="Dwayne Natwick" userId="1b0dde20-a9d8-43c2-bf65-7bd67e9bfd33" providerId="ADAL" clId="{AABC0D3D-5612-4062-8032-A0A82921A108}" dt="2026-08-13T15:36:54.913" v="1" actId="26606"/>
          <pc:sldLayoutMkLst>
            <pc:docMk/>
            <pc:sldMasterMk cId="2221394022" sldId="2147483648"/>
            <pc:sldLayoutMk cId="0" sldId="2147483649"/>
          </pc:sldLayoutMkLst>
        </pc:sldLayoutChg>
        <pc:sldLayoutChg chg="add">
          <pc:chgData name="Dwayne Natwick" userId="1b0dde20-a9d8-43c2-bf65-7bd67e9bfd33" providerId="ADAL" clId="{AABC0D3D-5612-4062-8032-A0A82921A108}" dt="2026-08-13T15:36:54.913" v="1" actId="26606"/>
          <pc:sldLayoutMkLst>
            <pc:docMk/>
            <pc:sldMasterMk cId="2221394022" sldId="2147483648"/>
            <pc:sldLayoutMk cId="0" sldId="2147483650"/>
          </pc:sldLayoutMkLst>
        </pc:sldLayoutChg>
        <pc:sldLayoutChg chg="add">
          <pc:chgData name="Dwayne Natwick" userId="1b0dde20-a9d8-43c2-bf65-7bd67e9bfd33" providerId="ADAL" clId="{AABC0D3D-5612-4062-8032-A0A82921A108}" dt="2026-08-13T15:36:54.913" v="1" actId="26606"/>
          <pc:sldLayoutMkLst>
            <pc:docMk/>
            <pc:sldMasterMk cId="2221394022" sldId="2147483648"/>
            <pc:sldLayoutMk cId="0" sldId="2147483651"/>
          </pc:sldLayoutMkLst>
        </pc:sldLayoutChg>
        <pc:sldLayoutChg chg="add">
          <pc:chgData name="Dwayne Natwick" userId="1b0dde20-a9d8-43c2-bf65-7bd67e9bfd33" providerId="ADAL" clId="{AABC0D3D-5612-4062-8032-A0A82921A108}" dt="2026-08-13T15:36:54.913" v="1" actId="26606"/>
          <pc:sldLayoutMkLst>
            <pc:docMk/>
            <pc:sldMasterMk cId="2221394022" sldId="2147483648"/>
            <pc:sldLayoutMk cId="0" sldId="2147483652"/>
          </pc:sldLayoutMkLst>
        </pc:sldLayoutChg>
        <pc:sldLayoutChg chg="modSp del mod ord">
          <pc:chgData name="Dwayne Natwick" userId="1b0dde20-a9d8-43c2-bf65-7bd67e9bfd33" providerId="ADAL" clId="{AABC0D3D-5612-4062-8032-A0A82921A108}" dt="2026-08-13T15:36:54.913" v="1" actId="26606"/>
          <pc:sldLayoutMkLst>
            <pc:docMk/>
            <pc:sldMasterMk cId="2221394022" sldId="2147483648"/>
            <pc:sldLayoutMk cId="3355896811" sldId="2147483653"/>
          </pc:sldLayoutMkLst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355896811" sldId="2147483653"/>
              <ac:spMk id="2" creationId="{882A729A-EE9E-EE0A-F6C9-B141E6C6C41D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355896811" sldId="2147483653"/>
              <ac:spMk id="3" creationId="{D4CB8EBA-7E8E-5409-433B-C42390E3BD75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355896811" sldId="2147483653"/>
              <ac:spMk id="4" creationId="{7F0063FA-0ABF-0F4E-9F9E-2C73262716F3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355896811" sldId="2147483653"/>
              <ac:spMk id="5" creationId="{AC6A9500-1A75-5F04-C0A9-91335E22CA16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355896811" sldId="2147483653"/>
              <ac:spMk id="6" creationId="{1B9501DB-DBFA-F09F-468B-DF7879ACB297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355896811" sldId="2147483653"/>
              <ac:spMk id="7" creationId="{B51EAEAC-EB95-4804-1631-A6F4AF35ABD9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355896811" sldId="2147483653"/>
              <ac:spMk id="8" creationId="{2C0E9C14-9DB7-48B7-1041-D69DF338A56B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355896811" sldId="2147483653"/>
              <ac:spMk id="9" creationId="{2AFB9579-4187-7760-C4CB-A1B30B970DAD}"/>
            </ac:spMkLst>
          </pc:spChg>
        </pc:sldLayoutChg>
        <pc:sldLayoutChg chg="modSp del mod ord">
          <pc:chgData name="Dwayne Natwick" userId="1b0dde20-a9d8-43c2-bf65-7bd67e9bfd33" providerId="ADAL" clId="{AABC0D3D-5612-4062-8032-A0A82921A108}" dt="2026-08-13T15:36:54.913" v="1" actId="26606"/>
          <pc:sldLayoutMkLst>
            <pc:docMk/>
            <pc:sldMasterMk cId="2221394022" sldId="2147483648"/>
            <pc:sldLayoutMk cId="2559853689" sldId="2147483654"/>
          </pc:sldLayoutMkLst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2559853689" sldId="2147483654"/>
              <ac:spMk id="2" creationId="{87F62987-DB00-FD84-58D8-3607FA4F2A64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2559853689" sldId="2147483654"/>
              <ac:spMk id="3" creationId="{29834991-8FB7-7C0A-0382-E379F2BCDE73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2559853689" sldId="2147483654"/>
              <ac:spMk id="4" creationId="{33F0AA7F-8F90-9B60-9BF5-56885EB90164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2559853689" sldId="2147483654"/>
              <ac:spMk id="5" creationId="{41B458A4-6C4A-5AE6-04D6-66AD1F3CE8E2}"/>
            </ac:spMkLst>
          </pc:spChg>
        </pc:sldLayoutChg>
        <pc:sldLayoutChg chg="modSp del mod ord">
          <pc:chgData name="Dwayne Natwick" userId="1b0dde20-a9d8-43c2-bf65-7bd67e9bfd33" providerId="ADAL" clId="{AABC0D3D-5612-4062-8032-A0A82921A108}" dt="2026-08-13T15:36:54.913" v="1" actId="26606"/>
          <pc:sldLayoutMkLst>
            <pc:docMk/>
            <pc:sldMasterMk cId="2221394022" sldId="2147483648"/>
            <pc:sldLayoutMk cId="1666714089" sldId="2147483655"/>
          </pc:sldLayoutMkLst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1666714089" sldId="2147483655"/>
              <ac:spMk id="2" creationId="{D782E885-5843-014D-F6AB-5FEE2F5513B7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1666714089" sldId="2147483655"/>
              <ac:spMk id="3" creationId="{689431BB-BA6F-3A73-8D50-64E06EA42392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1666714089" sldId="2147483655"/>
              <ac:spMk id="4" creationId="{3052AD79-E94D-883E-479C-F8D66084612C}"/>
            </ac:spMkLst>
          </pc:spChg>
        </pc:sldLayoutChg>
        <pc:sldLayoutChg chg="modSp del mod ord">
          <pc:chgData name="Dwayne Natwick" userId="1b0dde20-a9d8-43c2-bf65-7bd67e9bfd33" providerId="ADAL" clId="{AABC0D3D-5612-4062-8032-A0A82921A108}" dt="2026-08-13T15:36:54.913" v="1" actId="26606"/>
          <pc:sldLayoutMkLst>
            <pc:docMk/>
            <pc:sldMasterMk cId="2221394022" sldId="2147483648"/>
            <pc:sldLayoutMk cId="3717131035" sldId="2147483656"/>
          </pc:sldLayoutMkLst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717131035" sldId="2147483656"/>
              <ac:spMk id="2" creationId="{B02FF2E6-9043-41EE-1678-1DD00184700F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717131035" sldId="2147483656"/>
              <ac:spMk id="3" creationId="{06603CD0-AC4F-B59A-80A2-E77B5E3227FE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717131035" sldId="2147483656"/>
              <ac:spMk id="4" creationId="{1576DEE9-041A-39B5-EB00-E780FD554077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717131035" sldId="2147483656"/>
              <ac:spMk id="5" creationId="{284C5E94-752E-8031-E348-C9D0124E3641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717131035" sldId="2147483656"/>
              <ac:spMk id="6" creationId="{38E2F1C1-E73A-6383-398E-C9ECF817D3A4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717131035" sldId="2147483656"/>
              <ac:spMk id="7" creationId="{46C7466D-C552-0465-BC45-F60B14FDD1E5}"/>
            </ac:spMkLst>
          </pc:spChg>
        </pc:sldLayoutChg>
        <pc:sldLayoutChg chg="modSp del mod ord">
          <pc:chgData name="Dwayne Natwick" userId="1b0dde20-a9d8-43c2-bf65-7bd67e9bfd33" providerId="ADAL" clId="{AABC0D3D-5612-4062-8032-A0A82921A108}" dt="2026-08-13T15:36:54.913" v="1" actId="26606"/>
          <pc:sldLayoutMkLst>
            <pc:docMk/>
            <pc:sldMasterMk cId="2221394022" sldId="2147483648"/>
            <pc:sldLayoutMk cId="59882080" sldId="2147483657"/>
          </pc:sldLayoutMkLst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59882080" sldId="2147483657"/>
              <ac:spMk id="2" creationId="{753E8083-DD8F-D4EF-461C-FA91619023A1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59882080" sldId="2147483657"/>
              <ac:spMk id="3" creationId="{7A8A8548-C0D0-CBA8-7655-95239BE2C626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59882080" sldId="2147483657"/>
              <ac:spMk id="4" creationId="{67E4A5DE-CF41-A499-5384-E47883C75000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59882080" sldId="2147483657"/>
              <ac:spMk id="5" creationId="{C2A8C7DE-D4B5-858D-01A7-3BDF4E6E684D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59882080" sldId="2147483657"/>
              <ac:spMk id="6" creationId="{A0DD27A2-5396-B927-353B-993E37BB6933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59882080" sldId="2147483657"/>
              <ac:spMk id="7" creationId="{DC8ECB75-153A-FC52-64AE-2FC3612545CA}"/>
            </ac:spMkLst>
          </pc:spChg>
        </pc:sldLayoutChg>
        <pc:sldLayoutChg chg="modSp del mod ord">
          <pc:chgData name="Dwayne Natwick" userId="1b0dde20-a9d8-43c2-bf65-7bd67e9bfd33" providerId="ADAL" clId="{AABC0D3D-5612-4062-8032-A0A82921A108}" dt="2026-08-13T15:36:54.913" v="1" actId="26606"/>
          <pc:sldLayoutMkLst>
            <pc:docMk/>
            <pc:sldMasterMk cId="2221394022" sldId="2147483648"/>
            <pc:sldLayoutMk cId="2179000121" sldId="2147483658"/>
          </pc:sldLayoutMkLst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2179000121" sldId="2147483658"/>
              <ac:spMk id="2" creationId="{79AFDD56-BD32-F1D3-D4D3-55AB4228F77D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2179000121" sldId="2147483658"/>
              <ac:spMk id="3" creationId="{74F5C204-5FE4-E3B4-AC28-5E2D1A72DA8E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2179000121" sldId="2147483658"/>
              <ac:spMk id="4" creationId="{AF979EB3-8D17-B09B-EC0C-AB91FDEC289B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2179000121" sldId="2147483658"/>
              <ac:spMk id="5" creationId="{147E400C-CE00-1723-E1CE-52F3B0827D6D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2179000121" sldId="2147483658"/>
              <ac:spMk id="6" creationId="{4D8890D2-20E2-4852-5075-F64C1DD89A31}"/>
            </ac:spMkLst>
          </pc:spChg>
        </pc:sldLayoutChg>
        <pc:sldLayoutChg chg="modSp del mod ord">
          <pc:chgData name="Dwayne Natwick" userId="1b0dde20-a9d8-43c2-bf65-7bd67e9bfd33" providerId="ADAL" clId="{AABC0D3D-5612-4062-8032-A0A82921A108}" dt="2026-08-13T15:36:54.913" v="1" actId="26606"/>
          <pc:sldLayoutMkLst>
            <pc:docMk/>
            <pc:sldMasterMk cId="2221394022" sldId="2147483648"/>
            <pc:sldLayoutMk cId="3490109291" sldId="2147483659"/>
          </pc:sldLayoutMkLst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490109291" sldId="2147483659"/>
              <ac:spMk id="2" creationId="{047409D6-5EEF-E726-81B9-02EABDD0AD49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490109291" sldId="2147483659"/>
              <ac:spMk id="3" creationId="{1C970B11-D902-BC9A-DEEA-6D9A937C549F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490109291" sldId="2147483659"/>
              <ac:spMk id="4" creationId="{B677AC34-E897-21C6-C92C-5935233D7161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490109291" sldId="2147483659"/>
              <ac:spMk id="5" creationId="{7A678B1E-ED4A-D1E8-18A8-A70A8763180E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490109291" sldId="2147483659"/>
              <ac:spMk id="6" creationId="{0F7C3297-94F9-9591-83A0-9F46E1585246}"/>
            </ac:spMkLst>
          </pc:spChg>
        </pc:sldLayoutChg>
        <pc:sldLayoutChg chg="modSp del mod ord">
          <pc:chgData name="Dwayne Natwick" userId="1b0dde20-a9d8-43c2-bf65-7bd67e9bfd33" providerId="ADAL" clId="{AABC0D3D-5612-4062-8032-A0A82921A108}" dt="2026-08-13T15:36:54.913" v="1" actId="26606"/>
          <pc:sldLayoutMkLst>
            <pc:docMk/>
            <pc:sldMasterMk cId="2221394022" sldId="2147483648"/>
            <pc:sldLayoutMk cId="4136199762" sldId="2147483661"/>
          </pc:sldLayoutMkLst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4136199762" sldId="2147483661"/>
              <ac:spMk id="2" creationId="{E9D293CC-CB11-A53F-C186-7715F68B69B4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4136199762" sldId="2147483661"/>
              <ac:spMk id="3" creationId="{8EB3B804-C3AA-5AF9-30D5-40850B43CCED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4136199762" sldId="2147483661"/>
              <ac:spMk id="4" creationId="{86C57AF3-D5A1-20AA-DF0E-18F06B0C865C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4136199762" sldId="2147483661"/>
              <ac:spMk id="5" creationId="{C7EA57B5-3DC4-BF33-F209-51DEAF2E29B4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4136199762" sldId="2147483661"/>
              <ac:spMk id="6" creationId="{2F3AACDF-C4D7-1FF5-8276-D31191C69A56}"/>
            </ac:spMkLst>
          </pc:spChg>
        </pc:sldLayoutChg>
        <pc:sldLayoutChg chg="modSp del mod ord">
          <pc:chgData name="Dwayne Natwick" userId="1b0dde20-a9d8-43c2-bf65-7bd67e9bfd33" providerId="ADAL" clId="{AABC0D3D-5612-4062-8032-A0A82921A108}" dt="2026-08-13T15:36:54.913" v="1" actId="26606"/>
          <pc:sldLayoutMkLst>
            <pc:docMk/>
            <pc:sldMasterMk cId="2221394022" sldId="2147483648"/>
            <pc:sldLayoutMk cId="3618830321" sldId="2147483662"/>
          </pc:sldLayoutMkLst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618830321" sldId="2147483662"/>
              <ac:spMk id="2" creationId="{1783B7A1-3611-B422-0DCE-0FC92F445BFC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618830321" sldId="2147483662"/>
              <ac:spMk id="3" creationId="{6403B684-2B79-0610-4E00-571A7D080675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618830321" sldId="2147483662"/>
              <ac:spMk id="4" creationId="{DD79A4D7-E8C6-8422-D727-F9AC758A7181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618830321" sldId="2147483662"/>
              <ac:spMk id="5" creationId="{6BE8F23A-8495-6C0F-5922-DF8CEC8DDD8F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618830321" sldId="2147483662"/>
              <ac:spMk id="6" creationId="{63690453-DB36-23E6-565A-CFC8C68673BC}"/>
            </ac:spMkLst>
          </pc:spChg>
        </pc:sldLayoutChg>
        <pc:sldLayoutChg chg="modSp del mod ord">
          <pc:chgData name="Dwayne Natwick" userId="1b0dde20-a9d8-43c2-bf65-7bd67e9bfd33" providerId="ADAL" clId="{AABC0D3D-5612-4062-8032-A0A82921A108}" dt="2026-08-13T15:36:54.913" v="1" actId="26606"/>
          <pc:sldLayoutMkLst>
            <pc:docMk/>
            <pc:sldMasterMk cId="2221394022" sldId="2147483648"/>
            <pc:sldLayoutMk cId="989898432" sldId="2147483663"/>
          </pc:sldLayoutMkLst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989898432" sldId="2147483663"/>
              <ac:spMk id="2" creationId="{BC58AA54-72F4-1585-7183-334E6CA9D86A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989898432" sldId="2147483663"/>
              <ac:spMk id="3" creationId="{7473D0A3-8317-C69B-AE80-90328A2859E7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989898432" sldId="2147483663"/>
              <ac:spMk id="4" creationId="{7569F5A4-A186-7469-D2D3-E9D0B913AB3A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989898432" sldId="2147483663"/>
              <ac:spMk id="5" creationId="{B5AE0851-F736-4527-A1B5-3FBD60C7B315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989898432" sldId="2147483663"/>
              <ac:spMk id="6" creationId="{5E3D4D36-1E2D-E575-E2E1-5AE971D622F4}"/>
            </ac:spMkLst>
          </pc:spChg>
        </pc:sldLayoutChg>
        <pc:sldLayoutChg chg="modSp del mod ord">
          <pc:chgData name="Dwayne Natwick" userId="1b0dde20-a9d8-43c2-bf65-7bd67e9bfd33" providerId="ADAL" clId="{AABC0D3D-5612-4062-8032-A0A82921A108}" dt="2026-08-13T15:36:54.913" v="1" actId="26606"/>
          <pc:sldLayoutMkLst>
            <pc:docMk/>
            <pc:sldMasterMk cId="2221394022" sldId="2147483648"/>
            <pc:sldLayoutMk cId="3062861356" sldId="2147483664"/>
          </pc:sldLayoutMkLst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062861356" sldId="2147483664"/>
              <ac:spMk id="2" creationId="{59BEFDDA-5CE8-981C-CAA3-74076F33C055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062861356" sldId="2147483664"/>
              <ac:spMk id="3" creationId="{091E5A38-CCC0-EF67-A313-CD59963BBE24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062861356" sldId="2147483664"/>
              <ac:spMk id="4" creationId="{6FEB0D04-AE9A-6FC4-17FF-20B2C2E7FE92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062861356" sldId="2147483664"/>
              <ac:spMk id="5" creationId="{6CCE7D68-1453-757B-39A4-87D8A58A37EF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062861356" sldId="2147483664"/>
              <ac:spMk id="6" creationId="{AB8009FA-D557-138E-C339-CA5F8BA60C1B}"/>
            </ac:spMkLst>
          </pc:spChg>
          <pc:spChg chg="mod">
            <ac:chgData name="Dwayne Natwick" userId="1b0dde20-a9d8-43c2-bf65-7bd67e9bfd33" providerId="ADAL" clId="{AABC0D3D-5612-4062-8032-A0A82921A108}" dt="2026-08-13T15:36:54.913" v="1" actId="26606"/>
            <ac:spMkLst>
              <pc:docMk/>
              <pc:sldMasterMk cId="2221394022" sldId="2147483648"/>
              <pc:sldLayoutMk cId="3062861356" sldId="2147483664"/>
              <ac:spMk id="7" creationId="{67722113-3D50-17ED-4BA3-B4CCC821B6B9}"/>
            </ac:spMkLst>
          </pc:spChg>
        </pc:sldLayoutChg>
      </pc:sldMasterChg>
      <pc:sldMasterChg chg="del replId modSldLayout sldLayoutOrd">
        <pc:chgData name="Dwayne Natwick" userId="1b0dde20-a9d8-43c2-bf65-7bd67e9bfd33" providerId="ADAL" clId="{AABC0D3D-5612-4062-8032-A0A82921A108}" dt="2026-08-13T15:36:54.913" v="1" actId="26606"/>
        <pc:sldMasterMkLst>
          <pc:docMk/>
          <pc:sldMasterMk cId="2221394022" sldId="2147483660"/>
        </pc:sldMasterMkLst>
        <pc:sldLayoutChg chg="replId">
          <pc:chgData name="Dwayne Natwick" userId="1b0dde20-a9d8-43c2-bf65-7bd67e9bfd33" providerId="ADAL" clId="{AABC0D3D-5612-4062-8032-A0A82921A108}" dt="2026-08-13T15:36:54.827" v="0" actId="26606"/>
          <pc:sldLayoutMkLst>
            <pc:docMk/>
            <pc:sldMasterMk cId="2221394022" sldId="2147483648"/>
            <pc:sldLayoutMk cId="4136199762" sldId="2147483661"/>
          </pc:sldLayoutMkLst>
        </pc:sldLayoutChg>
        <pc:sldLayoutChg chg="replId">
          <pc:chgData name="Dwayne Natwick" userId="1b0dde20-a9d8-43c2-bf65-7bd67e9bfd33" providerId="ADAL" clId="{AABC0D3D-5612-4062-8032-A0A82921A108}" dt="2026-08-13T15:36:54.827" v="0" actId="26606"/>
          <pc:sldLayoutMkLst>
            <pc:docMk/>
            <pc:sldMasterMk cId="2221394022" sldId="2147483648"/>
            <pc:sldLayoutMk cId="3618830321" sldId="2147483662"/>
          </pc:sldLayoutMkLst>
        </pc:sldLayoutChg>
        <pc:sldLayoutChg chg="replId">
          <pc:chgData name="Dwayne Natwick" userId="1b0dde20-a9d8-43c2-bf65-7bd67e9bfd33" providerId="ADAL" clId="{AABC0D3D-5612-4062-8032-A0A82921A108}" dt="2026-08-13T15:36:54.827" v="0" actId="26606"/>
          <pc:sldLayoutMkLst>
            <pc:docMk/>
            <pc:sldMasterMk cId="2221394022" sldId="2147483648"/>
            <pc:sldLayoutMk cId="989898432" sldId="2147483663"/>
          </pc:sldLayoutMkLst>
        </pc:sldLayoutChg>
        <pc:sldLayoutChg chg="replId">
          <pc:chgData name="Dwayne Natwick" userId="1b0dde20-a9d8-43c2-bf65-7bd67e9bfd33" providerId="ADAL" clId="{AABC0D3D-5612-4062-8032-A0A82921A108}" dt="2026-08-13T15:36:54.827" v="0" actId="26606"/>
          <pc:sldLayoutMkLst>
            <pc:docMk/>
            <pc:sldMasterMk cId="2221394022" sldId="2147483648"/>
            <pc:sldLayoutMk cId="3062861356" sldId="214748366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[decorative] Left accent bar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3" name="[decorative] Left accent bar 2"/>
          <p:cNvSpPr/>
          <p:nvPr/>
        </p:nvSpPr>
        <p:spPr>
          <a:xfrm>
            <a:off x="256032" y="0"/>
            <a:ext cx="914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868680" y="1417320"/>
            <a:ext cx="76809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F6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[decorative] Bottom accent bar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920240"/>
            <a:ext cx="7680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[decorative] Top accent rule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3" name="[decorative] Title underline"/>
          <p:cNvSpPr/>
          <p:nvPr/>
        </p:nvSpPr>
        <p:spPr>
          <a:xfrm>
            <a:off x="457200" y="932688"/>
            <a:ext cx="1005840" cy="411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139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NETCOM LEARNING  |  MICROSOFT COPILOT WORKSHOP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868680" y="14173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Maximizing Productivity with Copilot in Word and PowerPoint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government use cases for the GCC environment</a:t>
            </a:r>
            <a:endParaRPr lang="en-US" sz="1500" dirty="0"/>
          </a:p>
        </p:txBody>
      </p:sp>
      <p:sp>
        <p:nvSpPr>
          <p:cNvPr id="5" name="Divid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3611880"/>
            <a:ext cx="1280160" cy="36576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 minutes, five modules, live demonstrations throughout</a:t>
            </a:r>
            <a:endParaRPr lang="en-US" sz="1250" dirty="0"/>
          </a:p>
        </p:txBody>
      </p:sp>
      <p:sp>
        <p:nvSpPr>
          <p:cNvPr id="4" name="Agenda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63040"/>
            <a:ext cx="8229600" cy="530352"/>
          </a:xfrm>
          <a:prstGeom prst="rect">
            <a:avLst/>
          </a:prstGeom>
          <a:solidFill>
            <a:srgbClr val="F3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63040"/>
            <a:ext cx="54864" cy="53035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0–5 min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46304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&amp; GCC Considerations</a:t>
            </a:r>
            <a:endParaRPr lang="en-US" sz="1350" dirty="0"/>
          </a:p>
        </p:txBody>
      </p:sp>
      <p:sp>
        <p:nvSpPr>
          <p:cNvPr id="8" name="Agenda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121408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121408"/>
            <a:ext cx="54864" cy="530352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12140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5–25 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2121408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Copilot in Word</a:t>
            </a:r>
            <a:endParaRPr lang="en-US" sz="1350" dirty="0"/>
          </a:p>
        </p:txBody>
      </p:sp>
      <p:sp>
        <p:nvSpPr>
          <p:cNvPr id="12" name="Agenda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779776"/>
            <a:ext cx="8229600" cy="530352"/>
          </a:xfrm>
          <a:prstGeom prst="rect">
            <a:avLst/>
          </a:prstGeom>
          <a:solidFill>
            <a:srgbClr val="F3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779776"/>
            <a:ext cx="54864" cy="530352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277977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25–45 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2779776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Copilot in PowerPoint</a:t>
            </a:r>
            <a:endParaRPr lang="en-US" sz="1350" dirty="0"/>
          </a:p>
        </p:txBody>
      </p:sp>
      <p:sp>
        <p:nvSpPr>
          <p:cNvPr id="16" name="Agenda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438144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438144"/>
            <a:ext cx="54864" cy="530352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343814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45–55 min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3438144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Scenario-Based Government Workflows</a:t>
            </a:r>
            <a:endParaRPr lang="en-US" sz="1350" dirty="0"/>
          </a:p>
        </p:txBody>
      </p:sp>
      <p:sp>
        <p:nvSpPr>
          <p:cNvPr id="20" name="Agenda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096512"/>
            <a:ext cx="8229600" cy="530352"/>
          </a:xfrm>
          <a:prstGeom prst="rect">
            <a:avLst/>
          </a:prstGeom>
          <a:solidFill>
            <a:srgbClr val="F3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096512"/>
            <a:ext cx="54864" cy="530352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409651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55–60 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03120" y="409651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Practices, Prompt Engineering &amp; Q&amp;A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the end of this workshop you will be able to</a:t>
            </a:r>
            <a:endParaRPr lang="en-US" sz="1250" dirty="0"/>
          </a:p>
        </p:txBody>
      </p:sp>
      <p:sp>
        <p:nvSpPr>
          <p:cNvPr id="4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600200"/>
            <a:ext cx="274320" cy="274320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155448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advanced prompting techniques in Word and PowerPoint</a:t>
            </a:r>
            <a:endParaRPr lang="en-US" sz="1200" dirty="0"/>
          </a:p>
        </p:txBody>
      </p:sp>
      <p:sp>
        <p:nvSpPr>
          <p:cNvPr id="7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1600200"/>
            <a:ext cx="274320" cy="2743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38928" y="155448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executive-ready documents from existing content</a:t>
            </a:r>
            <a:endParaRPr lang="en-US" sz="1200" dirty="0"/>
          </a:p>
        </p:txBody>
      </p:sp>
      <p:sp>
        <p:nvSpPr>
          <p:cNvPr id="10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350008"/>
            <a:ext cx="274320" cy="274320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0428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lengthy reports into summaries, briefs, and action plans</a:t>
            </a:r>
            <a:endParaRPr lang="en-US" sz="1200" dirty="0"/>
          </a:p>
        </p:txBody>
      </p:sp>
      <p:sp>
        <p:nvSpPr>
          <p:cNvPr id="13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2350008"/>
            <a:ext cx="274320" cy="2743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38928" y="230428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presentation decks from organizational documents</a:t>
            </a:r>
            <a:endParaRPr lang="en-US" sz="1200" dirty="0"/>
          </a:p>
        </p:txBody>
      </p:sp>
      <p:sp>
        <p:nvSpPr>
          <p:cNvPr id="16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099816"/>
            <a:ext cx="274320" cy="274320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099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305409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Refine and tailor content for different stakeholders</a:t>
            </a:r>
            <a:endParaRPr lang="en-US" sz="1200" dirty="0"/>
          </a:p>
        </p:txBody>
      </p:sp>
      <p:sp>
        <p:nvSpPr>
          <p:cNvPr id="19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3099816"/>
            <a:ext cx="274320" cy="2743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3099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38928" y="305409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within GCC security and compliance expectations</a:t>
            </a:r>
            <a:endParaRPr lang="en-US" sz="1200" dirty="0"/>
          </a:p>
        </p:txBody>
      </p:sp>
      <p:sp>
        <p:nvSpPr>
          <p:cNvPr id="22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849624"/>
            <a:ext cx="274320" cy="274320"/>
          </a:xfrm>
          <a:prstGeom prst="ellipse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849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" y="380390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Copilot as a thought partner, not just a generator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34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9FD3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1  ·  5 MINUTES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920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&amp; GCC Considerations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9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Copilot reaches, what it does best, and what stays with you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in the GCC environment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 in your tenant — and always paired with human review</a:t>
            </a:r>
            <a:endParaRPr lang="en-US" sz="125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1732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17320"/>
            <a:ext cx="2697480" cy="64008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Copilot can access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1984248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 files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 documents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Organizational content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 notes and approved references</a:t>
            </a:r>
            <a:endParaRPr lang="en-US" sz="1150" dirty="0"/>
          </a:p>
        </p:txBody>
      </p:sp>
      <p:sp>
        <p:nvSpPr>
          <p:cNvPr id="8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27832" y="141732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27832" y="1417320"/>
            <a:ext cx="2697480" cy="64008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10712" y="161848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Copilot does best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10712" y="1984248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Reorganization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transformation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creation</a:t>
            </a:r>
            <a:endParaRPr lang="en-US" sz="1150" dirty="0"/>
          </a:p>
        </p:txBody>
      </p:sp>
      <p:sp>
        <p:nvSpPr>
          <p:cNvPr id="12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8464" y="1417320"/>
            <a:ext cx="2688336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8464" y="1417320"/>
            <a:ext cx="2688336" cy="64008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81344" y="161848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stays human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81344" y="1984248"/>
            <a:ext cx="23225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accuracy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policy references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sensitive information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final messaging</a:t>
            </a:r>
            <a:endParaRPr lang="en-US" sz="1150" dirty="0"/>
          </a:p>
        </p:txBody>
      </p:sp>
      <p:sp>
        <p:nvSpPr>
          <p:cNvPr id="16" name="Prompt 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401568"/>
            <a:ext cx="8229600" cy="1188720"/>
          </a:xfrm>
          <a:prstGeom prst="rect">
            <a:avLst/>
          </a:prstGeom>
          <a:solidFill>
            <a:srgbClr val="F3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Prompt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401568"/>
            <a:ext cx="64008" cy="118872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" y="3511296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THIS PROMPT  ·  MICROSOFT 365 COPILOT CHAT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" y="3785616"/>
            <a:ext cx="7818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only files in </a:t>
            </a:r>
            <a:r>
              <a:rPr lang="en-US" sz="105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SharePoint </a:t>
            </a: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site, list the source documents you can reference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 the procurement modernization initiative. For each, give the title, date, and a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one-line summary. Flag any document that appears outdated or superseded.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34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9FD3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2  ·  20 MINUTES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920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Copilot in Word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9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basic drafting to transforming the documents you already have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Word: executive summaries and audience rewrites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1 and Demo 2</a:t>
            </a:r>
            <a:endParaRPr lang="en-US" sz="1250" dirty="0"/>
          </a:p>
        </p:txBody>
      </p:sp>
      <p:sp>
        <p:nvSpPr>
          <p:cNvPr id="4" name="Prompt 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4041648" cy="2286000"/>
          </a:xfrm>
          <a:prstGeom prst="rect">
            <a:avLst/>
          </a:prstGeom>
          <a:solidFill>
            <a:srgbClr val="F3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rompt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64008" cy="2286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" y="148132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1  ·  EXECUTIVE SUMMARY FROM A 15-PAGE REPORT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" y="1755648"/>
            <a:ext cx="363016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this document and create a one-page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executive summary for senior leadership.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key accomplishments, risks, budget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impacts, and recommended next actions.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the summary to 500 words and use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formal government language.</a:t>
            </a:r>
            <a:endParaRPr lang="en-US" sz="1050" dirty="0"/>
          </a:p>
        </p:txBody>
      </p:sp>
      <p:sp>
        <p:nvSpPr>
          <p:cNvPr id="8" name="Prompt 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371600"/>
            <a:ext cx="4041648" cy="2286000"/>
          </a:xfrm>
          <a:prstGeom prst="rect">
            <a:avLst/>
          </a:prstGeom>
          <a:solidFill>
            <a:srgbClr val="F3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Prompt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371600"/>
            <a:ext cx="64008" cy="2286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148132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2  ·  STAKEHOLDER-SPECIFIC REWRITE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64608" y="1755648"/>
            <a:ext cx="363016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Rewrite this document for executive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leadership. Focus on outcomes, risks, and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impact. Remove technical detail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use concise language.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produce a legislative-briefing version.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it for:  </a:t>
            </a: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 status reports · IT modernization updates · budget reviews · procurement initiatives · vendor and employee communications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Word: notes into documents, and gap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3 and Demo 4</a:t>
            </a:r>
            <a:endParaRPr lang="en-US" sz="1250" dirty="0"/>
          </a:p>
        </p:txBody>
      </p:sp>
      <p:sp>
        <p:nvSpPr>
          <p:cNvPr id="4" name="Prompt 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4041648" cy="2286000"/>
          </a:xfrm>
          <a:prstGeom prst="rect">
            <a:avLst/>
          </a:prstGeom>
          <a:solidFill>
            <a:srgbClr val="F3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rompt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64008" cy="2286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" y="148132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3  ·  MEETING NOTES INTO A PROJECT CHARTER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" y="1755648"/>
            <a:ext cx="363016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the meeting notes in this document,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formal project charter with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objectives, scope, deliverables, timeline,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risks, and stakeholders. Mark anything the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 do not cover as 'to be confirmed'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rather than inventing detail.</a:t>
            </a:r>
            <a:endParaRPr lang="en-US" sz="1050" dirty="0"/>
          </a:p>
        </p:txBody>
      </p:sp>
      <p:sp>
        <p:nvSpPr>
          <p:cNvPr id="8" name="Prompt 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371600"/>
            <a:ext cx="4041648" cy="2286000"/>
          </a:xfrm>
          <a:prstGeom prst="rect">
            <a:avLst/>
          </a:prstGeom>
          <a:solidFill>
            <a:srgbClr val="F3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Prompt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371600"/>
            <a:ext cx="64008" cy="2286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148132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4  ·  GAP ANALYSIS AND RECOMMENDATIONS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64608" y="1755648"/>
            <a:ext cx="363016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this policy document. Identify gaps,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ambiguities, duplicate content, and areas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needing clarification. Present findings in a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with the section reference, the issue,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a recommended revision.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Valuable for:  </a:t>
            </a: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and infrastructure projects · contract initiatives · policy reviews · standard operating procedures · governance documents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Word: comparing versions, and the prompting formula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5 and the framework to take home</a:t>
            </a:r>
            <a:endParaRPr lang="en-US" sz="1250" dirty="0"/>
          </a:p>
        </p:txBody>
      </p:sp>
      <p:sp>
        <p:nvSpPr>
          <p:cNvPr id="4" name="Prompt 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4041648" cy="1874520"/>
          </a:xfrm>
          <a:prstGeom prst="rect">
            <a:avLst/>
          </a:prstGeom>
          <a:solidFill>
            <a:srgbClr val="F3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rompt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64008" cy="187452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" y="148132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5  ·  COMPARE TWO DOCUMENT VERSIONS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" y="1755648"/>
            <a:ext cx="363016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 these two versions of the policy and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 major changes, new requirements,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removed content, and potential stakeholder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impacts. Note anything affecting compliance.</a:t>
            </a:r>
            <a:endParaRPr lang="en-US" sz="1050" dirty="0"/>
          </a:p>
        </p:txBody>
      </p:sp>
      <p:sp>
        <p:nvSpPr>
          <p:cNvPr id="8" name="Framework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371600"/>
            <a:ext cx="4041648" cy="187452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64608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D3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64608" y="184708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+ Goal + Audience +</a:t>
            </a:r>
            <a:endParaRPr lang="en-US" sz="1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Deliverable + Constraints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864608" y="2761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9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strong prompt names all five.</a:t>
            </a:r>
            <a:endParaRPr lang="en-US" sz="1150" dirty="0"/>
          </a:p>
        </p:txBody>
      </p:sp>
      <p:sp>
        <p:nvSpPr>
          <p:cNvPr id="12" name="Prompt 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401568"/>
            <a:ext cx="8229600" cy="1298448"/>
          </a:xfrm>
          <a:prstGeom prst="rect">
            <a:avLst/>
          </a:prstGeom>
          <a:solidFill>
            <a:srgbClr val="F3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rompt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401568"/>
            <a:ext cx="64008" cy="1298448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" y="3511296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" y="3785616"/>
            <a:ext cx="7818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as a government communications specialist. Create a one-page executive briefing for DGS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leadership summarizing the attached procurement modernization report. Include key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accomplishments, risks, and recommendations. Use formal government language.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34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9FD3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3  ·  20 MINUTES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920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Copilot in PowerPoint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9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executive briefings and decision-support decks, fast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PowerPoint: build from a document, then retarget 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1 and Demo 2</a:t>
            </a:r>
            <a:endParaRPr lang="en-US" sz="1250" dirty="0"/>
          </a:p>
        </p:txBody>
      </p:sp>
      <p:sp>
        <p:nvSpPr>
          <p:cNvPr id="4" name="Prompt 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4041648" cy="2286000"/>
          </a:xfrm>
          <a:prstGeom prst="rect">
            <a:avLst/>
          </a:prstGeom>
          <a:solidFill>
            <a:srgbClr val="F3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rompt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64008" cy="2286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" y="148132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1  ·  DECK FROM A WORD DOCUMENT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" y="1755648"/>
            <a:ext cx="363016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concise executive presentation from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document. Include overview, key findings,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risks, recommendations, and next steps.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audience: executive leadership.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 it to ten slides with no more than five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bullets per slide.</a:t>
            </a:r>
            <a:endParaRPr lang="en-US" sz="1050" dirty="0"/>
          </a:p>
        </p:txBody>
      </p:sp>
      <p:sp>
        <p:nvSpPr>
          <p:cNvPr id="8" name="Prompt 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371600"/>
            <a:ext cx="4041648" cy="2286000"/>
          </a:xfrm>
          <a:prstGeom prst="rect">
            <a:avLst/>
          </a:prstGeom>
          <a:solidFill>
            <a:srgbClr val="F3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Prompt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371600"/>
            <a:ext cx="64008" cy="2286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148132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2  ·  AUDIENCE TRANSFORMATION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64608" y="1755648"/>
            <a:ext cx="363016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Modify this presentation for department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executives. Reduce technical content and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emphasize business outcomes, risks, costs,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strategic impact.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 the existing template and slide design.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DGS use cases:  </a:t>
            </a: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status briefings · legislative updates · procurement initiatives · technology modernization efforts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PowerPoint: speaker notes and deck critique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3 and Demo 4</a:t>
            </a:r>
            <a:endParaRPr lang="en-US" sz="1250" dirty="0"/>
          </a:p>
        </p:txBody>
      </p:sp>
      <p:sp>
        <p:nvSpPr>
          <p:cNvPr id="4" name="Prompt 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4041648" cy="2286000"/>
          </a:xfrm>
          <a:prstGeom prst="rect">
            <a:avLst/>
          </a:prstGeom>
          <a:solidFill>
            <a:srgbClr val="F3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rompt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64008" cy="2286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" y="148132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3  ·  GENERATE PRESENTER NOTES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" y="1755648"/>
            <a:ext cx="363016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presenter notes for each slide.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note should be a one to two minute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speaking narrative suitable for a leadership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audience, ending with a transition line into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next slide.</a:t>
            </a:r>
            <a:endParaRPr lang="en-US" sz="1050" dirty="0"/>
          </a:p>
        </p:txBody>
      </p:sp>
      <p:sp>
        <p:nvSpPr>
          <p:cNvPr id="8" name="Prompt 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371600"/>
            <a:ext cx="4041648" cy="2286000"/>
          </a:xfrm>
          <a:prstGeom prst="rect">
            <a:avLst/>
          </a:prstGeom>
          <a:solidFill>
            <a:srgbClr val="F3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Prompt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371600"/>
            <a:ext cx="64008" cy="2286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148132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4  ·  IMPROVE AN EXISTING DECK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64608" y="1755648"/>
            <a:ext cx="363016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this presentation and recommend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improvements to story flow, slide ordering,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clarity, and executive messaging. List each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 with the slide number and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reason it strengthens the message.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payoff:  </a:t>
            </a: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consistent presentations · faster preparation · sharper executive communication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PowerPoint: decks that drive a decision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5</a:t>
            </a:r>
            <a:endParaRPr lang="en-US" sz="1250" dirty="0"/>
          </a:p>
        </p:txBody>
      </p:sp>
      <p:sp>
        <p:nvSpPr>
          <p:cNvPr id="4" name="Prompt 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4937760" cy="2331720"/>
          </a:xfrm>
          <a:prstGeom prst="rect">
            <a:avLst/>
          </a:prstGeom>
          <a:solidFill>
            <a:srgbClr val="F3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rompt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64008" cy="233172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" y="148132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5  ·  DECISION-SUPPORT PRESENTATION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" y="1755648"/>
            <a:ext cx="452628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presentation that supports a decision-making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meeting. Include current state, challenges, options with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 and cons, a recommendation, and the specific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points requiring leadership approval.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a final slide listing open questions and the owner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each.</a:t>
            </a:r>
            <a:endParaRPr lang="en-US" sz="1050" dirty="0"/>
          </a:p>
        </p:txBody>
      </p:sp>
      <p:sp>
        <p:nvSpPr>
          <p:cNvPr id="8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371600"/>
            <a:ext cx="3108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371600"/>
            <a:ext cx="3108960" cy="64008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0" y="15727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Typical DGS applications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760720" y="1938528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decisions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 selection reviews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investments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 planning</a:t>
            </a:r>
            <a:endParaRPr lang="en-US" sz="1150" dirty="0"/>
          </a:p>
        </p:txBody>
      </p:sp>
      <p:sp>
        <p:nvSpPr>
          <p:cNvPr id="12" name="Tip bann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886200"/>
            <a:ext cx="8229600" cy="658368"/>
          </a:xfrm>
          <a:prstGeom prst="rect">
            <a:avLst/>
          </a:prstGeom>
          <a:solidFill>
            <a:srgbClr val="F3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88620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tip:  </a:t>
            </a: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for the options slide first, then let Copilot draft the recommendation — reviewing the alternatives keeps the human in the decision.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34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9FD3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4  ·  10 MINUTES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920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Workflow Scenarios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9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 and PowerPoint working end to end on real DGS work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end-to-end scenarios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begins in Word and finishes in PowerPoint</a:t>
            </a:r>
            <a:endParaRPr lang="en-US" sz="1250" dirty="0"/>
          </a:p>
        </p:txBody>
      </p:sp>
      <p:sp>
        <p:nvSpPr>
          <p:cNvPr id="4" name="Scenario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268833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cenario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2688336" cy="45720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3504" y="13716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Modernization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03504" y="18836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" y="210312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Summarize requirements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acquisition strategy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executive summary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3504" y="28712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POWERPOINT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" y="310896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 strategy into a briefing deck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executive talking points</a:t>
            </a:r>
            <a:endParaRPr lang="en-US" sz="1000" dirty="0"/>
          </a:p>
        </p:txBody>
      </p:sp>
      <p:sp>
        <p:nvSpPr>
          <p:cNvPr id="11" name="Scenario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9272" y="1371600"/>
            <a:ext cx="268833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cenario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9272" y="1371600"/>
            <a:ext cx="2688336" cy="45720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65576" y="13716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Departmental Policy Update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65576" y="18836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65576" y="210312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 policy revisions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changes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communications plan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65576" y="28712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POWERPOINT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65576" y="310896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awareness presentation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materials</a:t>
            </a:r>
            <a:endParaRPr lang="en-US" sz="1000" dirty="0"/>
          </a:p>
        </p:txBody>
      </p:sp>
      <p:sp>
        <p:nvSpPr>
          <p:cNvPr id="18" name="Scenario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81344" y="1371600"/>
            <a:ext cx="268833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cenario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81344" y="1371600"/>
            <a:ext cx="2688336" cy="45720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27648" y="13716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Modernization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27648" y="18836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27648" y="210312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project charter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risk summaries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stakeholder comms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27648" y="28712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POWERPOINT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27648" y="310896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Steering committee briefing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update presentations</a:t>
            </a:r>
            <a:endParaRPr lang="en-US" sz="1000" dirty="0"/>
          </a:p>
        </p:txBody>
      </p:sp>
      <p:sp>
        <p:nvSpPr>
          <p:cNvPr id="25" name="Prompt 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F3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Prompt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840480"/>
            <a:ext cx="64008" cy="86868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6656" y="395020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PROMPT  ·  RUN IT IN WORD, THEN IN POWERPOINT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" y="4224528"/>
            <a:ext cx="7818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the procurement requirements in this document, draft an acquisition strategy for DGS leadership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objectives, approach, risks, and a timeline. Then create an eight-slide briefing deck from it.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practices and prompt engineering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5 · Context, audience, and a repeatable template</a:t>
            </a:r>
            <a:endParaRPr lang="en-US" sz="1250" dirty="0"/>
          </a:p>
        </p:txBody>
      </p:sp>
      <p:sp>
        <p:nvSpPr>
          <p:cNvPr id="4" name="Weak prompt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40416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4813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INSTEAD OF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 this.</a:t>
            </a:r>
            <a:endParaRPr lang="en-US" sz="1200" dirty="0"/>
          </a:p>
        </p:txBody>
      </p:sp>
      <p:sp>
        <p:nvSpPr>
          <p:cNvPr id="7" name="Prompt 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371600"/>
            <a:ext cx="4041648" cy="1051560"/>
          </a:xfrm>
          <a:prstGeom prst="rect">
            <a:avLst/>
          </a:prstGeom>
          <a:solidFill>
            <a:srgbClr val="F3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rompt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371600"/>
            <a:ext cx="64008" cy="10515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64608" y="148132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64608" y="1755648"/>
            <a:ext cx="3630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 this project report for executive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leadership. Focus on risks, financial impacts,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upcoming decisions.</a:t>
            </a:r>
            <a:endParaRPr lang="en-US" sz="1050" dirty="0"/>
          </a:p>
        </p:txBody>
      </p:sp>
      <p:sp>
        <p:nvSpPr>
          <p:cNvPr id="11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578608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578608"/>
            <a:ext cx="2697480" cy="64008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77977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Specify the audience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3145536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leadership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directors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officers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 managers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teams</a:t>
            </a:r>
            <a:endParaRPr lang="en-US" sz="1150" dirty="0"/>
          </a:p>
        </p:txBody>
      </p:sp>
      <p:sp>
        <p:nvSpPr>
          <p:cNvPr id="15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27832" y="2578608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27832" y="2578608"/>
            <a:ext cx="2697480" cy="64008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10712" y="277977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Specify the outcome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10712" y="3145536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brief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Talking points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memo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deck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charter or risk assessment</a:t>
            </a:r>
            <a:endParaRPr lang="en-US" sz="1150" dirty="0"/>
          </a:p>
        </p:txBody>
      </p:sp>
      <p:sp>
        <p:nvSpPr>
          <p:cNvPr id="19" name="Templat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8464" y="2578608"/>
            <a:ext cx="2688336" cy="2011680"/>
          </a:xfrm>
          <a:prstGeom prst="rect">
            <a:avLst/>
          </a:prstGeom>
          <a:solidFill>
            <a:srgbClr val="F3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mplate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8464" y="2578608"/>
            <a:ext cx="2688336" cy="64008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81344" y="27432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TEMPLATE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81344" y="2980944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as a [role].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[deliverable] for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[audience] using [source].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key findings, risks,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recommendations, next steps.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to [length] and use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formal government language.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can do differently tomorrow morning</a:t>
            </a:r>
            <a:endParaRPr lang="en-US" sz="1250" dirty="0"/>
          </a:p>
        </p:txBody>
      </p:sp>
      <p:sp>
        <p:nvSpPr>
          <p:cNvPr id="4" name="Takeaway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508760"/>
            <a:ext cx="3931920" cy="713232"/>
          </a:xfrm>
          <a:prstGeom prst="rect">
            <a:avLst/>
          </a:prstGeom>
          <a:solidFill>
            <a:srgbClr val="F3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akeaway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508760"/>
            <a:ext cx="54864" cy="713232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" y="150876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 Copilot as a transformation tool, not just a generator</a:t>
            </a:r>
            <a:endParaRPr lang="en-US" sz="1200" dirty="0"/>
          </a:p>
        </p:txBody>
      </p:sp>
      <p:sp>
        <p:nvSpPr>
          <p:cNvPr id="7" name="Takeaway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1508760"/>
            <a:ext cx="3931920" cy="713232"/>
          </a:xfrm>
          <a:prstGeom prst="rect">
            <a:avLst/>
          </a:prstGeom>
          <a:solidFill>
            <a:srgbClr val="F3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akeaway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1508760"/>
            <a:ext cx="54864" cy="71323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74336" y="150876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long reports into executive-ready summaries</a:t>
            </a:r>
            <a:endParaRPr lang="en-US" sz="1200" dirty="0"/>
          </a:p>
        </p:txBody>
      </p:sp>
      <p:sp>
        <p:nvSpPr>
          <p:cNvPr id="10" name="Takeaway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377440"/>
            <a:ext cx="3931920" cy="713232"/>
          </a:xfrm>
          <a:prstGeom prst="rect">
            <a:avLst/>
          </a:prstGeom>
          <a:solidFill>
            <a:srgbClr val="F3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akeaway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377440"/>
            <a:ext cx="54864" cy="713232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" y="23774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presentations directly from organizational content</a:t>
            </a:r>
            <a:endParaRPr lang="en-US" sz="1200" dirty="0"/>
          </a:p>
        </p:txBody>
      </p:sp>
      <p:sp>
        <p:nvSpPr>
          <p:cNvPr id="13" name="Takeaway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2377440"/>
            <a:ext cx="3931920" cy="713232"/>
          </a:xfrm>
          <a:prstGeom prst="rect">
            <a:avLst/>
          </a:prstGeom>
          <a:solidFill>
            <a:srgbClr val="F3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akeaway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2377440"/>
            <a:ext cx="54864" cy="71323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74336" y="23774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Tailor the same content for multiple audiences</a:t>
            </a:r>
            <a:endParaRPr lang="en-US" sz="1200" dirty="0"/>
          </a:p>
        </p:txBody>
      </p:sp>
      <p:sp>
        <p:nvSpPr>
          <p:cNvPr id="16" name="Takeaway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246120"/>
            <a:ext cx="3931920" cy="713232"/>
          </a:xfrm>
          <a:prstGeom prst="rect">
            <a:avLst/>
          </a:prstGeom>
          <a:solidFill>
            <a:srgbClr val="F3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akeaway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246120"/>
            <a:ext cx="54864" cy="713232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" y="324612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Restructure decks and add speaker notes automatically</a:t>
            </a:r>
            <a:endParaRPr lang="en-US" sz="1200" dirty="0"/>
          </a:p>
        </p:txBody>
      </p:sp>
      <p:sp>
        <p:nvSpPr>
          <p:cNvPr id="19" name="Takeaway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3246120"/>
            <a:ext cx="3931920" cy="713232"/>
          </a:xfrm>
          <a:prstGeom prst="rect">
            <a:avLst/>
          </a:prstGeom>
          <a:solidFill>
            <a:srgbClr val="F3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akeaway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3246120"/>
            <a:ext cx="54864" cy="71323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74336" y="324612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human review and governance at every step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for GCC users and realistic DGS workflows — executive briefings, procurement, policy, modernization, and program management.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00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9FD3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WRAP-UP  ·  5 MINUTES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920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9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Bring a document you work with often — let's write the prompt for it together.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1354</Words>
  <Application>Microsoft Office PowerPoint</Application>
  <PresentationFormat>On-screen Show (16:9)</PresentationFormat>
  <Paragraphs>248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Segoe UI</vt:lpstr>
      <vt:lpstr>Office Theme</vt:lpstr>
      <vt:lpstr>Maximizing Productivity with Copilot in Word and PowerPoint</vt:lpstr>
      <vt:lpstr>Agenda</vt:lpstr>
      <vt:lpstr>Learning objectives</vt:lpstr>
      <vt:lpstr>Introduction &amp; GCC Considerations</vt:lpstr>
      <vt:lpstr>Copilot in the GCC environment</vt:lpstr>
      <vt:lpstr>Advanced Copilot in Word</vt:lpstr>
      <vt:lpstr>Word: executive summaries and audience rewrites</vt:lpstr>
      <vt:lpstr>Word: notes into documents, and gap analysis</vt:lpstr>
      <vt:lpstr>Word: comparing versions, and the prompting formula</vt:lpstr>
      <vt:lpstr>Advanced Copilot in PowerPoint</vt:lpstr>
      <vt:lpstr>PowerPoint: build from a document, then retarget it</vt:lpstr>
      <vt:lpstr>PowerPoint: speaker notes and deck critique</vt:lpstr>
      <vt:lpstr>PowerPoint: decks that drive a decision</vt:lpstr>
      <vt:lpstr>Government Workflow Scenarios</vt:lpstr>
      <vt:lpstr>Three end-to-end scenarios</vt:lpstr>
      <vt:lpstr>Best practices and prompt engineering</vt:lpstr>
      <vt:lpstr>Key takeaways</vt:lpstr>
      <vt:lpstr>Questions &amp;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Dwayne Natwick</dc:creator>
  <cp:lastModifiedBy>Dwayne Natwick</cp:lastModifiedBy>
  <cp:revision>1</cp:revision>
  <dcterms:created xsi:type="dcterms:W3CDTF">2026-08-13T15:30:48Z</dcterms:created>
  <dcterms:modified xsi:type="dcterms:W3CDTF">2026-08-13T16:36:03Z</dcterms:modified>
</cp:coreProperties>
</file>