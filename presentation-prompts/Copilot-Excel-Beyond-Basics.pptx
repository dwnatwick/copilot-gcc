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705" y="9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wayne Natwick" userId="1b0dde20-a9d8-43c2-bf65-7bd67e9bfd33" providerId="ADAL" clId="{AABC0D3D-5612-4062-8032-A0A82921A108}"/>
    <pc:docChg chg="custSel mod addSld modSld addMainMaster delMainMaster modMainMaster modNotesMaster setSldSz">
      <pc:chgData name="Dwayne Natwick" userId="1b0dde20-a9d8-43c2-bf65-7bd67e9bfd33" providerId="ADAL" clId="{AABC0D3D-5612-4062-8032-A0A82921A108}" dt="2026-08-13T16:35:18.756" v="3" actId="6549"/>
      <pc:docMkLst>
        <pc:docMk/>
      </pc:docMkLst>
      <pc:sldChg chg="modSp add mod">
        <pc:chgData name="Dwayne Natwick" userId="1b0dde20-a9d8-43c2-bf65-7bd67e9bfd33" providerId="ADAL" clId="{AABC0D3D-5612-4062-8032-A0A82921A108}" dt="2026-08-13T16:35:18.756" v="3" actId="6549"/>
        <pc:sldMkLst>
          <pc:docMk/>
          <pc:sldMk cId="0" sldId="256"/>
        </pc:sldMkLst>
        <pc:spChg chg="mod">
          <ac:chgData name="Dwayne Natwick" userId="1b0dde20-a9d8-43c2-bf65-7bd67e9bfd33" providerId="ADAL" clId="{AABC0D3D-5612-4062-8032-A0A82921A108}" dt="2026-08-13T16:35:18.756" v="3" actId="6549"/>
          <ac:spMkLst>
            <pc:docMk/>
            <pc:sldMk cId="0" sldId="256"/>
            <ac:spMk id="6" creationId="{00000000-0000-0000-0000-000000000000}"/>
          </ac:spMkLst>
        </pc:spChg>
      </pc:sldChg>
      <pc:sldChg chg="modSp add mod">
        <pc:chgData name="Dwayne Natwick" userId="1b0dde20-a9d8-43c2-bf65-7bd67e9bfd33" providerId="ADAL" clId="{AABC0D3D-5612-4062-8032-A0A82921A108}" dt="2026-08-13T16:35:05.202" v="2" actId="6549"/>
        <pc:sldMkLst>
          <pc:docMk/>
          <pc:sldMk cId="0" sldId="257"/>
        </pc:sldMkLst>
        <pc:spChg chg="mod">
          <ac:chgData name="Dwayne Natwick" userId="1b0dde20-a9d8-43c2-bf65-7bd67e9bfd33" providerId="ADAL" clId="{AABC0D3D-5612-4062-8032-A0A82921A108}" dt="2026-08-13T16:35:05.202" v="2" actId="6549"/>
          <ac:spMkLst>
            <pc:docMk/>
            <pc:sldMk cId="0" sldId="257"/>
            <ac:spMk id="3" creationId="{00000000-0000-0000-0000-000000000000}"/>
          </ac:spMkLst>
        </pc:spChg>
      </pc:sldChg>
      <pc:sldChg chg="add">
        <pc:chgData name="Dwayne Natwick" userId="1b0dde20-a9d8-43c2-bf65-7bd67e9bfd33" providerId="ADAL" clId="{AABC0D3D-5612-4062-8032-A0A82921A108}" dt="2026-08-13T15:30:11.593" v="1" actId="26606"/>
        <pc:sldMkLst>
          <pc:docMk/>
          <pc:sldMk cId="0" sldId="258"/>
        </pc:sldMkLst>
      </pc:sldChg>
      <pc:sldChg chg="add">
        <pc:chgData name="Dwayne Natwick" userId="1b0dde20-a9d8-43c2-bf65-7bd67e9bfd33" providerId="ADAL" clId="{AABC0D3D-5612-4062-8032-A0A82921A108}" dt="2026-08-13T15:30:11.593" v="1" actId="26606"/>
        <pc:sldMkLst>
          <pc:docMk/>
          <pc:sldMk cId="0" sldId="259"/>
        </pc:sldMkLst>
      </pc:sldChg>
      <pc:sldChg chg="add">
        <pc:chgData name="Dwayne Natwick" userId="1b0dde20-a9d8-43c2-bf65-7bd67e9bfd33" providerId="ADAL" clId="{AABC0D3D-5612-4062-8032-A0A82921A108}" dt="2026-08-13T15:30:11.593" v="1" actId="26606"/>
        <pc:sldMkLst>
          <pc:docMk/>
          <pc:sldMk cId="0" sldId="260"/>
        </pc:sldMkLst>
      </pc:sldChg>
      <pc:sldChg chg="add">
        <pc:chgData name="Dwayne Natwick" userId="1b0dde20-a9d8-43c2-bf65-7bd67e9bfd33" providerId="ADAL" clId="{AABC0D3D-5612-4062-8032-A0A82921A108}" dt="2026-08-13T15:30:11.593" v="1" actId="26606"/>
        <pc:sldMkLst>
          <pc:docMk/>
          <pc:sldMk cId="0" sldId="261"/>
        </pc:sldMkLst>
      </pc:sldChg>
      <pc:sldChg chg="add">
        <pc:chgData name="Dwayne Natwick" userId="1b0dde20-a9d8-43c2-bf65-7bd67e9bfd33" providerId="ADAL" clId="{AABC0D3D-5612-4062-8032-A0A82921A108}" dt="2026-08-13T15:30:11.593" v="1" actId="26606"/>
        <pc:sldMkLst>
          <pc:docMk/>
          <pc:sldMk cId="0" sldId="262"/>
        </pc:sldMkLst>
      </pc:sldChg>
      <pc:sldChg chg="add">
        <pc:chgData name="Dwayne Natwick" userId="1b0dde20-a9d8-43c2-bf65-7bd67e9bfd33" providerId="ADAL" clId="{AABC0D3D-5612-4062-8032-A0A82921A108}" dt="2026-08-13T15:30:11.593" v="1" actId="26606"/>
        <pc:sldMkLst>
          <pc:docMk/>
          <pc:sldMk cId="0" sldId="263"/>
        </pc:sldMkLst>
      </pc:sldChg>
      <pc:sldChg chg="add">
        <pc:chgData name="Dwayne Natwick" userId="1b0dde20-a9d8-43c2-bf65-7bd67e9bfd33" providerId="ADAL" clId="{AABC0D3D-5612-4062-8032-A0A82921A108}" dt="2026-08-13T15:30:11.593" v="1" actId="26606"/>
        <pc:sldMkLst>
          <pc:docMk/>
          <pc:sldMk cId="0" sldId="264"/>
        </pc:sldMkLst>
      </pc:sldChg>
      <pc:sldChg chg="add">
        <pc:chgData name="Dwayne Natwick" userId="1b0dde20-a9d8-43c2-bf65-7bd67e9bfd33" providerId="ADAL" clId="{AABC0D3D-5612-4062-8032-A0A82921A108}" dt="2026-08-13T15:30:11.593" v="1" actId="26606"/>
        <pc:sldMkLst>
          <pc:docMk/>
          <pc:sldMk cId="0" sldId="265"/>
        </pc:sldMkLst>
      </pc:sldChg>
      <pc:sldMasterChg chg="add addSldLayout delSldLayout modSldLayout sldLayoutOrd">
        <pc:chgData name="Dwayne Natwick" userId="1b0dde20-a9d8-43c2-bf65-7bd67e9bfd33" providerId="ADAL" clId="{AABC0D3D-5612-4062-8032-A0A82921A108}" dt="2026-08-13T15:30:11.593" v="1" actId="26606"/>
        <pc:sldMasterMkLst>
          <pc:docMk/>
          <pc:sldMasterMk cId="3659331658" sldId="2147483648"/>
        </pc:sldMasterMkLst>
        <pc:sldLayoutChg chg="add">
          <pc:chgData name="Dwayne Natwick" userId="1b0dde20-a9d8-43c2-bf65-7bd67e9bfd33" providerId="ADAL" clId="{AABC0D3D-5612-4062-8032-A0A82921A108}" dt="2026-08-13T15:30:11.593" v="1" actId="26606"/>
          <pc:sldLayoutMkLst>
            <pc:docMk/>
            <pc:sldMasterMk cId="3659331658" sldId="2147483648"/>
            <pc:sldLayoutMk cId="0" sldId="2147483649"/>
          </pc:sldLayoutMkLst>
        </pc:sldLayoutChg>
        <pc:sldLayoutChg chg="add">
          <pc:chgData name="Dwayne Natwick" userId="1b0dde20-a9d8-43c2-bf65-7bd67e9bfd33" providerId="ADAL" clId="{AABC0D3D-5612-4062-8032-A0A82921A108}" dt="2026-08-13T15:30:11.593" v="1" actId="26606"/>
          <pc:sldLayoutMkLst>
            <pc:docMk/>
            <pc:sldMasterMk cId="3659331658" sldId="2147483648"/>
            <pc:sldLayoutMk cId="0" sldId="2147483650"/>
          </pc:sldLayoutMkLst>
        </pc:sldLayoutChg>
        <pc:sldLayoutChg chg="add">
          <pc:chgData name="Dwayne Natwick" userId="1b0dde20-a9d8-43c2-bf65-7bd67e9bfd33" providerId="ADAL" clId="{AABC0D3D-5612-4062-8032-A0A82921A108}" dt="2026-08-13T15:30:11.593" v="1" actId="26606"/>
          <pc:sldLayoutMkLst>
            <pc:docMk/>
            <pc:sldMasterMk cId="3659331658" sldId="2147483648"/>
            <pc:sldLayoutMk cId="0" sldId="2147483651"/>
          </pc:sldLayoutMkLst>
        </pc:sldLayoutChg>
        <pc:sldLayoutChg chg="modSp del mod ord">
          <pc:chgData name="Dwayne Natwick" userId="1b0dde20-a9d8-43c2-bf65-7bd67e9bfd33" providerId="ADAL" clId="{AABC0D3D-5612-4062-8032-A0A82921A108}" dt="2026-08-13T15:30:11.593" v="1" actId="26606"/>
          <pc:sldLayoutMkLst>
            <pc:docMk/>
            <pc:sldMasterMk cId="3659331658" sldId="2147483648"/>
            <pc:sldLayoutMk cId="2973317778" sldId="2147483652"/>
          </pc:sldLayoutMkLst>
          <pc:spChg chg="mod">
            <ac:chgData name="Dwayne Natwick" userId="1b0dde20-a9d8-43c2-bf65-7bd67e9bfd33" providerId="ADAL" clId="{AABC0D3D-5612-4062-8032-A0A82921A108}" dt="2026-08-13T15:30:11.593" v="1" actId="26606"/>
            <ac:spMkLst>
              <pc:docMk/>
              <pc:sldMasterMk cId="3659331658" sldId="2147483648"/>
              <pc:sldLayoutMk cId="2973317778" sldId="2147483652"/>
              <ac:spMk id="2" creationId="{53DE9C59-598A-ED97-DE76-84183CCDA0BF}"/>
            </ac:spMkLst>
          </pc:spChg>
          <pc:spChg chg="mod">
            <ac:chgData name="Dwayne Natwick" userId="1b0dde20-a9d8-43c2-bf65-7bd67e9bfd33" providerId="ADAL" clId="{AABC0D3D-5612-4062-8032-A0A82921A108}" dt="2026-08-13T15:30:11.593" v="1" actId="26606"/>
            <ac:spMkLst>
              <pc:docMk/>
              <pc:sldMasterMk cId="3659331658" sldId="2147483648"/>
              <pc:sldLayoutMk cId="2973317778" sldId="2147483652"/>
              <ac:spMk id="3" creationId="{830EDB78-1969-859F-98EA-10D13ABFE12D}"/>
            </ac:spMkLst>
          </pc:spChg>
          <pc:spChg chg="mod">
            <ac:chgData name="Dwayne Natwick" userId="1b0dde20-a9d8-43c2-bf65-7bd67e9bfd33" providerId="ADAL" clId="{AABC0D3D-5612-4062-8032-A0A82921A108}" dt="2026-08-13T15:30:11.593" v="1" actId="26606"/>
            <ac:spMkLst>
              <pc:docMk/>
              <pc:sldMasterMk cId="3659331658" sldId="2147483648"/>
              <pc:sldLayoutMk cId="2973317778" sldId="2147483652"/>
              <ac:spMk id="4" creationId="{1790598D-F221-29DE-B8D6-8921EEB3E7BF}"/>
            </ac:spMkLst>
          </pc:spChg>
          <pc:spChg chg="mod">
            <ac:chgData name="Dwayne Natwick" userId="1b0dde20-a9d8-43c2-bf65-7bd67e9bfd33" providerId="ADAL" clId="{AABC0D3D-5612-4062-8032-A0A82921A108}" dt="2026-08-13T15:30:11.593" v="1" actId="26606"/>
            <ac:spMkLst>
              <pc:docMk/>
              <pc:sldMasterMk cId="3659331658" sldId="2147483648"/>
              <pc:sldLayoutMk cId="2973317778" sldId="2147483652"/>
              <ac:spMk id="5" creationId="{EBD1EB2A-03EF-8C0A-DD13-4B006BBF1EF3}"/>
            </ac:spMkLst>
          </pc:spChg>
          <pc:spChg chg="mod">
            <ac:chgData name="Dwayne Natwick" userId="1b0dde20-a9d8-43c2-bf65-7bd67e9bfd33" providerId="ADAL" clId="{AABC0D3D-5612-4062-8032-A0A82921A108}" dt="2026-08-13T15:30:11.593" v="1" actId="26606"/>
            <ac:spMkLst>
              <pc:docMk/>
              <pc:sldMasterMk cId="3659331658" sldId="2147483648"/>
              <pc:sldLayoutMk cId="2973317778" sldId="2147483652"/>
              <ac:spMk id="6" creationId="{52B673C5-6E50-EB2D-F88D-48B60D6B175C}"/>
            </ac:spMkLst>
          </pc:spChg>
          <pc:spChg chg="mod">
            <ac:chgData name="Dwayne Natwick" userId="1b0dde20-a9d8-43c2-bf65-7bd67e9bfd33" providerId="ADAL" clId="{AABC0D3D-5612-4062-8032-A0A82921A108}" dt="2026-08-13T15:30:11.593" v="1" actId="26606"/>
            <ac:spMkLst>
              <pc:docMk/>
              <pc:sldMasterMk cId="3659331658" sldId="2147483648"/>
              <pc:sldLayoutMk cId="2973317778" sldId="2147483652"/>
              <ac:spMk id="7" creationId="{2B50D28F-5C64-9A9D-0D15-57B4CABE0B38}"/>
            </ac:spMkLst>
          </pc:spChg>
        </pc:sldLayoutChg>
        <pc:sldLayoutChg chg="modSp del mod ord">
          <pc:chgData name="Dwayne Natwick" userId="1b0dde20-a9d8-43c2-bf65-7bd67e9bfd33" providerId="ADAL" clId="{AABC0D3D-5612-4062-8032-A0A82921A108}" dt="2026-08-13T15:30:11.593" v="1" actId="26606"/>
          <pc:sldLayoutMkLst>
            <pc:docMk/>
            <pc:sldMasterMk cId="3659331658" sldId="2147483648"/>
            <pc:sldLayoutMk cId="1749561384" sldId="2147483653"/>
          </pc:sldLayoutMkLst>
          <pc:spChg chg="mod">
            <ac:chgData name="Dwayne Natwick" userId="1b0dde20-a9d8-43c2-bf65-7bd67e9bfd33" providerId="ADAL" clId="{AABC0D3D-5612-4062-8032-A0A82921A108}" dt="2026-08-13T15:30:11.593" v="1" actId="26606"/>
            <ac:spMkLst>
              <pc:docMk/>
              <pc:sldMasterMk cId="3659331658" sldId="2147483648"/>
              <pc:sldLayoutMk cId="1749561384" sldId="2147483653"/>
              <ac:spMk id="2" creationId="{8E699B53-4B6B-452F-D6C5-F024EE2EBE77}"/>
            </ac:spMkLst>
          </pc:spChg>
          <pc:spChg chg="mod">
            <ac:chgData name="Dwayne Natwick" userId="1b0dde20-a9d8-43c2-bf65-7bd67e9bfd33" providerId="ADAL" clId="{AABC0D3D-5612-4062-8032-A0A82921A108}" dt="2026-08-13T15:30:11.593" v="1" actId="26606"/>
            <ac:spMkLst>
              <pc:docMk/>
              <pc:sldMasterMk cId="3659331658" sldId="2147483648"/>
              <pc:sldLayoutMk cId="1749561384" sldId="2147483653"/>
              <ac:spMk id="3" creationId="{BCD90AF1-4801-FF1E-E767-8FE14DB90F17}"/>
            </ac:spMkLst>
          </pc:spChg>
          <pc:spChg chg="mod">
            <ac:chgData name="Dwayne Natwick" userId="1b0dde20-a9d8-43c2-bf65-7bd67e9bfd33" providerId="ADAL" clId="{AABC0D3D-5612-4062-8032-A0A82921A108}" dt="2026-08-13T15:30:11.593" v="1" actId="26606"/>
            <ac:spMkLst>
              <pc:docMk/>
              <pc:sldMasterMk cId="3659331658" sldId="2147483648"/>
              <pc:sldLayoutMk cId="1749561384" sldId="2147483653"/>
              <ac:spMk id="4" creationId="{9E0719EE-963A-DD9E-61DD-36ABF12738BF}"/>
            </ac:spMkLst>
          </pc:spChg>
          <pc:spChg chg="mod">
            <ac:chgData name="Dwayne Natwick" userId="1b0dde20-a9d8-43c2-bf65-7bd67e9bfd33" providerId="ADAL" clId="{AABC0D3D-5612-4062-8032-A0A82921A108}" dt="2026-08-13T15:30:11.593" v="1" actId="26606"/>
            <ac:spMkLst>
              <pc:docMk/>
              <pc:sldMasterMk cId="3659331658" sldId="2147483648"/>
              <pc:sldLayoutMk cId="1749561384" sldId="2147483653"/>
              <ac:spMk id="5" creationId="{7D84A63A-8DA5-8D92-14F8-CA2B0B6B7DA2}"/>
            </ac:spMkLst>
          </pc:spChg>
          <pc:spChg chg="mod">
            <ac:chgData name="Dwayne Natwick" userId="1b0dde20-a9d8-43c2-bf65-7bd67e9bfd33" providerId="ADAL" clId="{AABC0D3D-5612-4062-8032-A0A82921A108}" dt="2026-08-13T15:30:11.593" v="1" actId="26606"/>
            <ac:spMkLst>
              <pc:docMk/>
              <pc:sldMasterMk cId="3659331658" sldId="2147483648"/>
              <pc:sldLayoutMk cId="1749561384" sldId="2147483653"/>
              <ac:spMk id="6" creationId="{C49EA7C8-DFF0-3D0F-A710-8E1DE0365530}"/>
            </ac:spMkLst>
          </pc:spChg>
          <pc:spChg chg="mod">
            <ac:chgData name="Dwayne Natwick" userId="1b0dde20-a9d8-43c2-bf65-7bd67e9bfd33" providerId="ADAL" clId="{AABC0D3D-5612-4062-8032-A0A82921A108}" dt="2026-08-13T15:30:11.593" v="1" actId="26606"/>
            <ac:spMkLst>
              <pc:docMk/>
              <pc:sldMasterMk cId="3659331658" sldId="2147483648"/>
              <pc:sldLayoutMk cId="1749561384" sldId="2147483653"/>
              <ac:spMk id="7" creationId="{C1F45A2A-E7F1-66F3-818C-807AACA14E29}"/>
            </ac:spMkLst>
          </pc:spChg>
          <pc:spChg chg="mod">
            <ac:chgData name="Dwayne Natwick" userId="1b0dde20-a9d8-43c2-bf65-7bd67e9bfd33" providerId="ADAL" clId="{AABC0D3D-5612-4062-8032-A0A82921A108}" dt="2026-08-13T15:30:11.593" v="1" actId="26606"/>
            <ac:spMkLst>
              <pc:docMk/>
              <pc:sldMasterMk cId="3659331658" sldId="2147483648"/>
              <pc:sldLayoutMk cId="1749561384" sldId="2147483653"/>
              <ac:spMk id="8" creationId="{5F11CAB2-9519-918C-B5F5-295F69BE7D30}"/>
            </ac:spMkLst>
          </pc:spChg>
          <pc:spChg chg="mod">
            <ac:chgData name="Dwayne Natwick" userId="1b0dde20-a9d8-43c2-bf65-7bd67e9bfd33" providerId="ADAL" clId="{AABC0D3D-5612-4062-8032-A0A82921A108}" dt="2026-08-13T15:30:11.593" v="1" actId="26606"/>
            <ac:spMkLst>
              <pc:docMk/>
              <pc:sldMasterMk cId="3659331658" sldId="2147483648"/>
              <pc:sldLayoutMk cId="1749561384" sldId="2147483653"/>
              <ac:spMk id="9" creationId="{54844FE5-1E3B-8E6D-F431-A9CD069855EB}"/>
            </ac:spMkLst>
          </pc:spChg>
        </pc:sldLayoutChg>
        <pc:sldLayoutChg chg="modSp del mod ord">
          <pc:chgData name="Dwayne Natwick" userId="1b0dde20-a9d8-43c2-bf65-7bd67e9bfd33" providerId="ADAL" clId="{AABC0D3D-5612-4062-8032-A0A82921A108}" dt="2026-08-13T15:30:11.593" v="1" actId="26606"/>
          <pc:sldLayoutMkLst>
            <pc:docMk/>
            <pc:sldMasterMk cId="3659331658" sldId="2147483648"/>
            <pc:sldLayoutMk cId="183127992" sldId="2147483654"/>
          </pc:sldLayoutMkLst>
          <pc:spChg chg="mod">
            <ac:chgData name="Dwayne Natwick" userId="1b0dde20-a9d8-43c2-bf65-7bd67e9bfd33" providerId="ADAL" clId="{AABC0D3D-5612-4062-8032-A0A82921A108}" dt="2026-08-13T15:30:11.593" v="1" actId="26606"/>
            <ac:spMkLst>
              <pc:docMk/>
              <pc:sldMasterMk cId="3659331658" sldId="2147483648"/>
              <pc:sldLayoutMk cId="183127992" sldId="2147483654"/>
              <ac:spMk id="2" creationId="{EA8C2AE2-6A3B-5300-97A7-ACE48F14E2D1}"/>
            </ac:spMkLst>
          </pc:spChg>
          <pc:spChg chg="mod">
            <ac:chgData name="Dwayne Natwick" userId="1b0dde20-a9d8-43c2-bf65-7bd67e9bfd33" providerId="ADAL" clId="{AABC0D3D-5612-4062-8032-A0A82921A108}" dt="2026-08-13T15:30:11.593" v="1" actId="26606"/>
            <ac:spMkLst>
              <pc:docMk/>
              <pc:sldMasterMk cId="3659331658" sldId="2147483648"/>
              <pc:sldLayoutMk cId="183127992" sldId="2147483654"/>
              <ac:spMk id="3" creationId="{91909046-0444-AB9B-11E5-5413A656EA03}"/>
            </ac:spMkLst>
          </pc:spChg>
          <pc:spChg chg="mod">
            <ac:chgData name="Dwayne Natwick" userId="1b0dde20-a9d8-43c2-bf65-7bd67e9bfd33" providerId="ADAL" clId="{AABC0D3D-5612-4062-8032-A0A82921A108}" dt="2026-08-13T15:30:11.593" v="1" actId="26606"/>
            <ac:spMkLst>
              <pc:docMk/>
              <pc:sldMasterMk cId="3659331658" sldId="2147483648"/>
              <pc:sldLayoutMk cId="183127992" sldId="2147483654"/>
              <ac:spMk id="4" creationId="{7124169A-6DA8-666D-D327-DE2885BF029A}"/>
            </ac:spMkLst>
          </pc:spChg>
          <pc:spChg chg="mod">
            <ac:chgData name="Dwayne Natwick" userId="1b0dde20-a9d8-43c2-bf65-7bd67e9bfd33" providerId="ADAL" clId="{AABC0D3D-5612-4062-8032-A0A82921A108}" dt="2026-08-13T15:30:11.593" v="1" actId="26606"/>
            <ac:spMkLst>
              <pc:docMk/>
              <pc:sldMasterMk cId="3659331658" sldId="2147483648"/>
              <pc:sldLayoutMk cId="183127992" sldId="2147483654"/>
              <ac:spMk id="5" creationId="{527F819D-2609-D71F-3915-CB9C840E642F}"/>
            </ac:spMkLst>
          </pc:spChg>
        </pc:sldLayoutChg>
        <pc:sldLayoutChg chg="modSp del mod ord">
          <pc:chgData name="Dwayne Natwick" userId="1b0dde20-a9d8-43c2-bf65-7bd67e9bfd33" providerId="ADAL" clId="{AABC0D3D-5612-4062-8032-A0A82921A108}" dt="2026-08-13T15:30:11.593" v="1" actId="26606"/>
          <pc:sldLayoutMkLst>
            <pc:docMk/>
            <pc:sldMasterMk cId="3659331658" sldId="2147483648"/>
            <pc:sldLayoutMk cId="3097225735" sldId="2147483655"/>
          </pc:sldLayoutMkLst>
          <pc:spChg chg="mod">
            <ac:chgData name="Dwayne Natwick" userId="1b0dde20-a9d8-43c2-bf65-7bd67e9bfd33" providerId="ADAL" clId="{AABC0D3D-5612-4062-8032-A0A82921A108}" dt="2026-08-13T15:30:11.593" v="1" actId="26606"/>
            <ac:spMkLst>
              <pc:docMk/>
              <pc:sldMasterMk cId="3659331658" sldId="2147483648"/>
              <pc:sldLayoutMk cId="3097225735" sldId="2147483655"/>
              <ac:spMk id="2" creationId="{3F7B89F6-C20D-1E61-54F3-01A3DCABE953}"/>
            </ac:spMkLst>
          </pc:spChg>
          <pc:spChg chg="mod">
            <ac:chgData name="Dwayne Natwick" userId="1b0dde20-a9d8-43c2-bf65-7bd67e9bfd33" providerId="ADAL" clId="{AABC0D3D-5612-4062-8032-A0A82921A108}" dt="2026-08-13T15:30:11.593" v="1" actId="26606"/>
            <ac:spMkLst>
              <pc:docMk/>
              <pc:sldMasterMk cId="3659331658" sldId="2147483648"/>
              <pc:sldLayoutMk cId="3097225735" sldId="2147483655"/>
              <ac:spMk id="3" creationId="{C9D3B44A-C163-11FA-FAF3-5C4CA1344364}"/>
            </ac:spMkLst>
          </pc:spChg>
          <pc:spChg chg="mod">
            <ac:chgData name="Dwayne Natwick" userId="1b0dde20-a9d8-43c2-bf65-7bd67e9bfd33" providerId="ADAL" clId="{AABC0D3D-5612-4062-8032-A0A82921A108}" dt="2026-08-13T15:30:11.593" v="1" actId="26606"/>
            <ac:spMkLst>
              <pc:docMk/>
              <pc:sldMasterMk cId="3659331658" sldId="2147483648"/>
              <pc:sldLayoutMk cId="3097225735" sldId="2147483655"/>
              <ac:spMk id="4" creationId="{F74C6A91-7AFC-8E67-41B0-EF95BEB7A843}"/>
            </ac:spMkLst>
          </pc:spChg>
        </pc:sldLayoutChg>
        <pc:sldLayoutChg chg="modSp del mod ord">
          <pc:chgData name="Dwayne Natwick" userId="1b0dde20-a9d8-43c2-bf65-7bd67e9bfd33" providerId="ADAL" clId="{AABC0D3D-5612-4062-8032-A0A82921A108}" dt="2026-08-13T15:30:11.593" v="1" actId="26606"/>
          <pc:sldLayoutMkLst>
            <pc:docMk/>
            <pc:sldMasterMk cId="3659331658" sldId="2147483648"/>
            <pc:sldLayoutMk cId="2572406304" sldId="2147483656"/>
          </pc:sldLayoutMkLst>
          <pc:spChg chg="mod">
            <ac:chgData name="Dwayne Natwick" userId="1b0dde20-a9d8-43c2-bf65-7bd67e9bfd33" providerId="ADAL" clId="{AABC0D3D-5612-4062-8032-A0A82921A108}" dt="2026-08-13T15:30:11.593" v="1" actId="26606"/>
            <ac:spMkLst>
              <pc:docMk/>
              <pc:sldMasterMk cId="3659331658" sldId="2147483648"/>
              <pc:sldLayoutMk cId="2572406304" sldId="2147483656"/>
              <ac:spMk id="2" creationId="{4482FC83-D4DB-F385-6270-67A91470225E}"/>
            </ac:spMkLst>
          </pc:spChg>
          <pc:spChg chg="mod">
            <ac:chgData name="Dwayne Natwick" userId="1b0dde20-a9d8-43c2-bf65-7bd67e9bfd33" providerId="ADAL" clId="{AABC0D3D-5612-4062-8032-A0A82921A108}" dt="2026-08-13T15:30:11.593" v="1" actId="26606"/>
            <ac:spMkLst>
              <pc:docMk/>
              <pc:sldMasterMk cId="3659331658" sldId="2147483648"/>
              <pc:sldLayoutMk cId="2572406304" sldId="2147483656"/>
              <ac:spMk id="3" creationId="{440ADD16-C5F8-9686-2FF2-7677E7838EB7}"/>
            </ac:spMkLst>
          </pc:spChg>
          <pc:spChg chg="mod">
            <ac:chgData name="Dwayne Natwick" userId="1b0dde20-a9d8-43c2-bf65-7bd67e9bfd33" providerId="ADAL" clId="{AABC0D3D-5612-4062-8032-A0A82921A108}" dt="2026-08-13T15:30:11.593" v="1" actId="26606"/>
            <ac:spMkLst>
              <pc:docMk/>
              <pc:sldMasterMk cId="3659331658" sldId="2147483648"/>
              <pc:sldLayoutMk cId="2572406304" sldId="2147483656"/>
              <ac:spMk id="4" creationId="{2991ED59-DED7-1E04-335D-900A0AAB5197}"/>
            </ac:spMkLst>
          </pc:spChg>
          <pc:spChg chg="mod">
            <ac:chgData name="Dwayne Natwick" userId="1b0dde20-a9d8-43c2-bf65-7bd67e9bfd33" providerId="ADAL" clId="{AABC0D3D-5612-4062-8032-A0A82921A108}" dt="2026-08-13T15:30:11.593" v="1" actId="26606"/>
            <ac:spMkLst>
              <pc:docMk/>
              <pc:sldMasterMk cId="3659331658" sldId="2147483648"/>
              <pc:sldLayoutMk cId="2572406304" sldId="2147483656"/>
              <ac:spMk id="5" creationId="{5AB77951-77B0-3466-4704-D48A92217810}"/>
            </ac:spMkLst>
          </pc:spChg>
          <pc:spChg chg="mod">
            <ac:chgData name="Dwayne Natwick" userId="1b0dde20-a9d8-43c2-bf65-7bd67e9bfd33" providerId="ADAL" clId="{AABC0D3D-5612-4062-8032-A0A82921A108}" dt="2026-08-13T15:30:11.593" v="1" actId="26606"/>
            <ac:spMkLst>
              <pc:docMk/>
              <pc:sldMasterMk cId="3659331658" sldId="2147483648"/>
              <pc:sldLayoutMk cId="2572406304" sldId="2147483656"/>
              <ac:spMk id="6" creationId="{FB6C3E6A-8A68-FAE1-A5FE-9D4EF77C92BF}"/>
            </ac:spMkLst>
          </pc:spChg>
          <pc:spChg chg="mod">
            <ac:chgData name="Dwayne Natwick" userId="1b0dde20-a9d8-43c2-bf65-7bd67e9bfd33" providerId="ADAL" clId="{AABC0D3D-5612-4062-8032-A0A82921A108}" dt="2026-08-13T15:30:11.593" v="1" actId="26606"/>
            <ac:spMkLst>
              <pc:docMk/>
              <pc:sldMasterMk cId="3659331658" sldId="2147483648"/>
              <pc:sldLayoutMk cId="2572406304" sldId="2147483656"/>
              <ac:spMk id="7" creationId="{A1AEE68D-240F-14E0-1CF1-40F625EDDDC9}"/>
            </ac:spMkLst>
          </pc:spChg>
        </pc:sldLayoutChg>
        <pc:sldLayoutChg chg="modSp del mod ord">
          <pc:chgData name="Dwayne Natwick" userId="1b0dde20-a9d8-43c2-bf65-7bd67e9bfd33" providerId="ADAL" clId="{AABC0D3D-5612-4062-8032-A0A82921A108}" dt="2026-08-13T15:30:11.593" v="1" actId="26606"/>
          <pc:sldLayoutMkLst>
            <pc:docMk/>
            <pc:sldMasterMk cId="3659331658" sldId="2147483648"/>
            <pc:sldLayoutMk cId="3050908793" sldId="2147483657"/>
          </pc:sldLayoutMkLst>
          <pc:spChg chg="mod">
            <ac:chgData name="Dwayne Natwick" userId="1b0dde20-a9d8-43c2-bf65-7bd67e9bfd33" providerId="ADAL" clId="{AABC0D3D-5612-4062-8032-A0A82921A108}" dt="2026-08-13T15:30:11.593" v="1" actId="26606"/>
            <ac:spMkLst>
              <pc:docMk/>
              <pc:sldMasterMk cId="3659331658" sldId="2147483648"/>
              <pc:sldLayoutMk cId="3050908793" sldId="2147483657"/>
              <ac:spMk id="2" creationId="{D1627452-DD5C-C7F0-E450-81116E0DBFD7}"/>
            </ac:spMkLst>
          </pc:spChg>
          <pc:spChg chg="mod">
            <ac:chgData name="Dwayne Natwick" userId="1b0dde20-a9d8-43c2-bf65-7bd67e9bfd33" providerId="ADAL" clId="{AABC0D3D-5612-4062-8032-A0A82921A108}" dt="2026-08-13T15:30:11.593" v="1" actId="26606"/>
            <ac:spMkLst>
              <pc:docMk/>
              <pc:sldMasterMk cId="3659331658" sldId="2147483648"/>
              <pc:sldLayoutMk cId="3050908793" sldId="2147483657"/>
              <ac:spMk id="3" creationId="{480B1CB2-464A-21F7-D4EC-0B01B8E9D23D}"/>
            </ac:spMkLst>
          </pc:spChg>
          <pc:spChg chg="mod">
            <ac:chgData name="Dwayne Natwick" userId="1b0dde20-a9d8-43c2-bf65-7bd67e9bfd33" providerId="ADAL" clId="{AABC0D3D-5612-4062-8032-A0A82921A108}" dt="2026-08-13T15:30:11.593" v="1" actId="26606"/>
            <ac:spMkLst>
              <pc:docMk/>
              <pc:sldMasterMk cId="3659331658" sldId="2147483648"/>
              <pc:sldLayoutMk cId="3050908793" sldId="2147483657"/>
              <ac:spMk id="4" creationId="{13001662-CDF0-6816-192A-9E58AB529CDF}"/>
            </ac:spMkLst>
          </pc:spChg>
          <pc:spChg chg="mod">
            <ac:chgData name="Dwayne Natwick" userId="1b0dde20-a9d8-43c2-bf65-7bd67e9bfd33" providerId="ADAL" clId="{AABC0D3D-5612-4062-8032-A0A82921A108}" dt="2026-08-13T15:30:11.593" v="1" actId="26606"/>
            <ac:spMkLst>
              <pc:docMk/>
              <pc:sldMasterMk cId="3659331658" sldId="2147483648"/>
              <pc:sldLayoutMk cId="3050908793" sldId="2147483657"/>
              <ac:spMk id="5" creationId="{422A2439-6D18-71DB-8180-1BEB25D4868D}"/>
            </ac:spMkLst>
          </pc:spChg>
          <pc:spChg chg="mod">
            <ac:chgData name="Dwayne Natwick" userId="1b0dde20-a9d8-43c2-bf65-7bd67e9bfd33" providerId="ADAL" clId="{AABC0D3D-5612-4062-8032-A0A82921A108}" dt="2026-08-13T15:30:11.593" v="1" actId="26606"/>
            <ac:spMkLst>
              <pc:docMk/>
              <pc:sldMasterMk cId="3659331658" sldId="2147483648"/>
              <pc:sldLayoutMk cId="3050908793" sldId="2147483657"/>
              <ac:spMk id="6" creationId="{49ED9B8E-A5BE-F4B6-B932-CFFEF2B8A3F6}"/>
            </ac:spMkLst>
          </pc:spChg>
          <pc:spChg chg="mod">
            <ac:chgData name="Dwayne Natwick" userId="1b0dde20-a9d8-43c2-bf65-7bd67e9bfd33" providerId="ADAL" clId="{AABC0D3D-5612-4062-8032-A0A82921A108}" dt="2026-08-13T15:30:11.593" v="1" actId="26606"/>
            <ac:spMkLst>
              <pc:docMk/>
              <pc:sldMasterMk cId="3659331658" sldId="2147483648"/>
              <pc:sldLayoutMk cId="3050908793" sldId="2147483657"/>
              <ac:spMk id="7" creationId="{2DD709FD-21BF-C9D5-0710-02492E6F34E7}"/>
            </ac:spMkLst>
          </pc:spChg>
        </pc:sldLayoutChg>
        <pc:sldLayoutChg chg="modSp del mod ord">
          <pc:chgData name="Dwayne Natwick" userId="1b0dde20-a9d8-43c2-bf65-7bd67e9bfd33" providerId="ADAL" clId="{AABC0D3D-5612-4062-8032-A0A82921A108}" dt="2026-08-13T15:30:11.593" v="1" actId="26606"/>
          <pc:sldLayoutMkLst>
            <pc:docMk/>
            <pc:sldMasterMk cId="3659331658" sldId="2147483648"/>
            <pc:sldLayoutMk cId="677469422" sldId="2147483658"/>
          </pc:sldLayoutMkLst>
          <pc:spChg chg="mod">
            <ac:chgData name="Dwayne Natwick" userId="1b0dde20-a9d8-43c2-bf65-7bd67e9bfd33" providerId="ADAL" clId="{AABC0D3D-5612-4062-8032-A0A82921A108}" dt="2026-08-13T15:30:11.593" v="1" actId="26606"/>
            <ac:spMkLst>
              <pc:docMk/>
              <pc:sldMasterMk cId="3659331658" sldId="2147483648"/>
              <pc:sldLayoutMk cId="677469422" sldId="2147483658"/>
              <ac:spMk id="2" creationId="{18BC3B65-29F8-3EAB-F586-20AF04FA6316}"/>
            </ac:spMkLst>
          </pc:spChg>
          <pc:spChg chg="mod">
            <ac:chgData name="Dwayne Natwick" userId="1b0dde20-a9d8-43c2-bf65-7bd67e9bfd33" providerId="ADAL" clId="{AABC0D3D-5612-4062-8032-A0A82921A108}" dt="2026-08-13T15:30:11.593" v="1" actId="26606"/>
            <ac:spMkLst>
              <pc:docMk/>
              <pc:sldMasterMk cId="3659331658" sldId="2147483648"/>
              <pc:sldLayoutMk cId="677469422" sldId="2147483658"/>
              <ac:spMk id="3" creationId="{2F5BA2D1-5DD6-6F27-C8A3-A6B121896C77}"/>
            </ac:spMkLst>
          </pc:spChg>
          <pc:spChg chg="mod">
            <ac:chgData name="Dwayne Natwick" userId="1b0dde20-a9d8-43c2-bf65-7bd67e9bfd33" providerId="ADAL" clId="{AABC0D3D-5612-4062-8032-A0A82921A108}" dt="2026-08-13T15:30:11.593" v="1" actId="26606"/>
            <ac:spMkLst>
              <pc:docMk/>
              <pc:sldMasterMk cId="3659331658" sldId="2147483648"/>
              <pc:sldLayoutMk cId="677469422" sldId="2147483658"/>
              <ac:spMk id="4" creationId="{DB1DB541-63FB-7299-B31E-C0DBD2BDD9AB}"/>
            </ac:spMkLst>
          </pc:spChg>
          <pc:spChg chg="mod">
            <ac:chgData name="Dwayne Natwick" userId="1b0dde20-a9d8-43c2-bf65-7bd67e9bfd33" providerId="ADAL" clId="{AABC0D3D-5612-4062-8032-A0A82921A108}" dt="2026-08-13T15:30:11.593" v="1" actId="26606"/>
            <ac:spMkLst>
              <pc:docMk/>
              <pc:sldMasterMk cId="3659331658" sldId="2147483648"/>
              <pc:sldLayoutMk cId="677469422" sldId="2147483658"/>
              <ac:spMk id="5" creationId="{27AE3785-663B-76DA-E1CC-A323244E34A0}"/>
            </ac:spMkLst>
          </pc:spChg>
          <pc:spChg chg="mod">
            <ac:chgData name="Dwayne Natwick" userId="1b0dde20-a9d8-43c2-bf65-7bd67e9bfd33" providerId="ADAL" clId="{AABC0D3D-5612-4062-8032-A0A82921A108}" dt="2026-08-13T15:30:11.593" v="1" actId="26606"/>
            <ac:spMkLst>
              <pc:docMk/>
              <pc:sldMasterMk cId="3659331658" sldId="2147483648"/>
              <pc:sldLayoutMk cId="677469422" sldId="2147483658"/>
              <ac:spMk id="6" creationId="{C387D101-D99C-EA51-446D-264848D77CFB}"/>
            </ac:spMkLst>
          </pc:spChg>
        </pc:sldLayoutChg>
        <pc:sldLayoutChg chg="modSp del mod ord">
          <pc:chgData name="Dwayne Natwick" userId="1b0dde20-a9d8-43c2-bf65-7bd67e9bfd33" providerId="ADAL" clId="{AABC0D3D-5612-4062-8032-A0A82921A108}" dt="2026-08-13T15:30:11.593" v="1" actId="26606"/>
          <pc:sldLayoutMkLst>
            <pc:docMk/>
            <pc:sldMasterMk cId="3659331658" sldId="2147483648"/>
            <pc:sldLayoutMk cId="1843421284" sldId="2147483659"/>
          </pc:sldLayoutMkLst>
          <pc:spChg chg="mod">
            <ac:chgData name="Dwayne Natwick" userId="1b0dde20-a9d8-43c2-bf65-7bd67e9bfd33" providerId="ADAL" clId="{AABC0D3D-5612-4062-8032-A0A82921A108}" dt="2026-08-13T15:30:11.593" v="1" actId="26606"/>
            <ac:spMkLst>
              <pc:docMk/>
              <pc:sldMasterMk cId="3659331658" sldId="2147483648"/>
              <pc:sldLayoutMk cId="1843421284" sldId="2147483659"/>
              <ac:spMk id="2" creationId="{DDFD8D40-7B29-4DEA-6B7E-9701F46CB916}"/>
            </ac:spMkLst>
          </pc:spChg>
          <pc:spChg chg="mod">
            <ac:chgData name="Dwayne Natwick" userId="1b0dde20-a9d8-43c2-bf65-7bd67e9bfd33" providerId="ADAL" clId="{AABC0D3D-5612-4062-8032-A0A82921A108}" dt="2026-08-13T15:30:11.593" v="1" actId="26606"/>
            <ac:spMkLst>
              <pc:docMk/>
              <pc:sldMasterMk cId="3659331658" sldId="2147483648"/>
              <pc:sldLayoutMk cId="1843421284" sldId="2147483659"/>
              <ac:spMk id="3" creationId="{EEC3508F-F1BC-7A29-0D32-E52F95C63FFC}"/>
            </ac:spMkLst>
          </pc:spChg>
          <pc:spChg chg="mod">
            <ac:chgData name="Dwayne Natwick" userId="1b0dde20-a9d8-43c2-bf65-7bd67e9bfd33" providerId="ADAL" clId="{AABC0D3D-5612-4062-8032-A0A82921A108}" dt="2026-08-13T15:30:11.593" v="1" actId="26606"/>
            <ac:spMkLst>
              <pc:docMk/>
              <pc:sldMasterMk cId="3659331658" sldId="2147483648"/>
              <pc:sldLayoutMk cId="1843421284" sldId="2147483659"/>
              <ac:spMk id="4" creationId="{3BA1E5A4-2B9B-E9EF-8AA9-B8A0FEE5BC51}"/>
            </ac:spMkLst>
          </pc:spChg>
          <pc:spChg chg="mod">
            <ac:chgData name="Dwayne Natwick" userId="1b0dde20-a9d8-43c2-bf65-7bd67e9bfd33" providerId="ADAL" clId="{AABC0D3D-5612-4062-8032-A0A82921A108}" dt="2026-08-13T15:30:11.593" v="1" actId="26606"/>
            <ac:spMkLst>
              <pc:docMk/>
              <pc:sldMasterMk cId="3659331658" sldId="2147483648"/>
              <pc:sldLayoutMk cId="1843421284" sldId="2147483659"/>
              <ac:spMk id="5" creationId="{E2D17B3E-BD84-45E4-F6C3-0BF53B4151A0}"/>
            </ac:spMkLst>
          </pc:spChg>
          <pc:spChg chg="mod">
            <ac:chgData name="Dwayne Natwick" userId="1b0dde20-a9d8-43c2-bf65-7bd67e9bfd33" providerId="ADAL" clId="{AABC0D3D-5612-4062-8032-A0A82921A108}" dt="2026-08-13T15:30:11.593" v="1" actId="26606"/>
            <ac:spMkLst>
              <pc:docMk/>
              <pc:sldMasterMk cId="3659331658" sldId="2147483648"/>
              <pc:sldLayoutMk cId="1843421284" sldId="2147483659"/>
              <ac:spMk id="6" creationId="{BA688731-5823-B20D-0899-6DC5E4A9A732}"/>
            </ac:spMkLst>
          </pc:spChg>
        </pc:sldLayoutChg>
        <pc:sldLayoutChg chg="modSp del mod ord">
          <pc:chgData name="Dwayne Natwick" userId="1b0dde20-a9d8-43c2-bf65-7bd67e9bfd33" providerId="ADAL" clId="{AABC0D3D-5612-4062-8032-A0A82921A108}" dt="2026-08-13T15:30:11.593" v="1" actId="26606"/>
          <pc:sldLayoutMkLst>
            <pc:docMk/>
            <pc:sldMasterMk cId="3659331658" sldId="2147483648"/>
            <pc:sldLayoutMk cId="936520444" sldId="2147483661"/>
          </pc:sldLayoutMkLst>
          <pc:spChg chg="mod">
            <ac:chgData name="Dwayne Natwick" userId="1b0dde20-a9d8-43c2-bf65-7bd67e9bfd33" providerId="ADAL" clId="{AABC0D3D-5612-4062-8032-A0A82921A108}" dt="2026-08-13T15:30:11.593" v="1" actId="26606"/>
            <ac:spMkLst>
              <pc:docMk/>
              <pc:sldMasterMk cId="3659331658" sldId="2147483648"/>
              <pc:sldLayoutMk cId="936520444" sldId="2147483661"/>
              <ac:spMk id="2" creationId="{6EFAA333-796D-3859-2518-6B2F599CC0AE}"/>
            </ac:spMkLst>
          </pc:spChg>
          <pc:spChg chg="mod">
            <ac:chgData name="Dwayne Natwick" userId="1b0dde20-a9d8-43c2-bf65-7bd67e9bfd33" providerId="ADAL" clId="{AABC0D3D-5612-4062-8032-A0A82921A108}" dt="2026-08-13T15:30:11.593" v="1" actId="26606"/>
            <ac:spMkLst>
              <pc:docMk/>
              <pc:sldMasterMk cId="3659331658" sldId="2147483648"/>
              <pc:sldLayoutMk cId="936520444" sldId="2147483661"/>
              <ac:spMk id="3" creationId="{8A3828C6-7AC1-46BD-943B-D3C0187243CC}"/>
            </ac:spMkLst>
          </pc:spChg>
          <pc:spChg chg="mod">
            <ac:chgData name="Dwayne Natwick" userId="1b0dde20-a9d8-43c2-bf65-7bd67e9bfd33" providerId="ADAL" clId="{AABC0D3D-5612-4062-8032-A0A82921A108}" dt="2026-08-13T15:30:11.593" v="1" actId="26606"/>
            <ac:spMkLst>
              <pc:docMk/>
              <pc:sldMasterMk cId="3659331658" sldId="2147483648"/>
              <pc:sldLayoutMk cId="936520444" sldId="2147483661"/>
              <ac:spMk id="4" creationId="{3D38E3BB-AE58-0388-31E9-B6B6A334C9CF}"/>
            </ac:spMkLst>
          </pc:spChg>
          <pc:spChg chg="mod">
            <ac:chgData name="Dwayne Natwick" userId="1b0dde20-a9d8-43c2-bf65-7bd67e9bfd33" providerId="ADAL" clId="{AABC0D3D-5612-4062-8032-A0A82921A108}" dt="2026-08-13T15:30:11.593" v="1" actId="26606"/>
            <ac:spMkLst>
              <pc:docMk/>
              <pc:sldMasterMk cId="3659331658" sldId="2147483648"/>
              <pc:sldLayoutMk cId="936520444" sldId="2147483661"/>
              <ac:spMk id="5" creationId="{209874F0-93DB-6BA8-D7D5-166C73F98EBB}"/>
            </ac:spMkLst>
          </pc:spChg>
          <pc:spChg chg="mod">
            <ac:chgData name="Dwayne Natwick" userId="1b0dde20-a9d8-43c2-bf65-7bd67e9bfd33" providerId="ADAL" clId="{AABC0D3D-5612-4062-8032-A0A82921A108}" dt="2026-08-13T15:30:11.593" v="1" actId="26606"/>
            <ac:spMkLst>
              <pc:docMk/>
              <pc:sldMasterMk cId="3659331658" sldId="2147483648"/>
              <pc:sldLayoutMk cId="936520444" sldId="2147483661"/>
              <ac:spMk id="6" creationId="{B837DAA7-CFF1-A017-8ECC-07BAB308309D}"/>
            </ac:spMkLst>
          </pc:spChg>
        </pc:sldLayoutChg>
        <pc:sldLayoutChg chg="modSp del mod ord">
          <pc:chgData name="Dwayne Natwick" userId="1b0dde20-a9d8-43c2-bf65-7bd67e9bfd33" providerId="ADAL" clId="{AABC0D3D-5612-4062-8032-A0A82921A108}" dt="2026-08-13T15:30:11.593" v="1" actId="26606"/>
          <pc:sldLayoutMkLst>
            <pc:docMk/>
            <pc:sldMasterMk cId="3659331658" sldId="2147483648"/>
            <pc:sldLayoutMk cId="689365710" sldId="2147483662"/>
          </pc:sldLayoutMkLst>
          <pc:spChg chg="mod">
            <ac:chgData name="Dwayne Natwick" userId="1b0dde20-a9d8-43c2-bf65-7bd67e9bfd33" providerId="ADAL" clId="{AABC0D3D-5612-4062-8032-A0A82921A108}" dt="2026-08-13T15:30:11.593" v="1" actId="26606"/>
            <ac:spMkLst>
              <pc:docMk/>
              <pc:sldMasterMk cId="3659331658" sldId="2147483648"/>
              <pc:sldLayoutMk cId="689365710" sldId="2147483662"/>
              <ac:spMk id="2" creationId="{7E566BD8-D959-41A6-A455-EE2C7088F440}"/>
            </ac:spMkLst>
          </pc:spChg>
          <pc:spChg chg="mod">
            <ac:chgData name="Dwayne Natwick" userId="1b0dde20-a9d8-43c2-bf65-7bd67e9bfd33" providerId="ADAL" clId="{AABC0D3D-5612-4062-8032-A0A82921A108}" dt="2026-08-13T15:30:11.593" v="1" actId="26606"/>
            <ac:spMkLst>
              <pc:docMk/>
              <pc:sldMasterMk cId="3659331658" sldId="2147483648"/>
              <pc:sldLayoutMk cId="689365710" sldId="2147483662"/>
              <ac:spMk id="3" creationId="{D17B4FA9-48F8-AC54-2A4C-8E98A510702A}"/>
            </ac:spMkLst>
          </pc:spChg>
          <pc:spChg chg="mod">
            <ac:chgData name="Dwayne Natwick" userId="1b0dde20-a9d8-43c2-bf65-7bd67e9bfd33" providerId="ADAL" clId="{AABC0D3D-5612-4062-8032-A0A82921A108}" dt="2026-08-13T15:30:11.593" v="1" actId="26606"/>
            <ac:spMkLst>
              <pc:docMk/>
              <pc:sldMasterMk cId="3659331658" sldId="2147483648"/>
              <pc:sldLayoutMk cId="689365710" sldId="2147483662"/>
              <ac:spMk id="4" creationId="{96949F2A-ABEF-3154-A641-86DB14C3A989}"/>
            </ac:spMkLst>
          </pc:spChg>
          <pc:spChg chg="mod">
            <ac:chgData name="Dwayne Natwick" userId="1b0dde20-a9d8-43c2-bf65-7bd67e9bfd33" providerId="ADAL" clId="{AABC0D3D-5612-4062-8032-A0A82921A108}" dt="2026-08-13T15:30:11.593" v="1" actId="26606"/>
            <ac:spMkLst>
              <pc:docMk/>
              <pc:sldMasterMk cId="3659331658" sldId="2147483648"/>
              <pc:sldLayoutMk cId="689365710" sldId="2147483662"/>
              <ac:spMk id="5" creationId="{B91F620D-FA18-5ACF-0E31-3F3E65206BF6}"/>
            </ac:spMkLst>
          </pc:spChg>
          <pc:spChg chg="mod">
            <ac:chgData name="Dwayne Natwick" userId="1b0dde20-a9d8-43c2-bf65-7bd67e9bfd33" providerId="ADAL" clId="{AABC0D3D-5612-4062-8032-A0A82921A108}" dt="2026-08-13T15:30:11.593" v="1" actId="26606"/>
            <ac:spMkLst>
              <pc:docMk/>
              <pc:sldMasterMk cId="3659331658" sldId="2147483648"/>
              <pc:sldLayoutMk cId="689365710" sldId="2147483662"/>
              <ac:spMk id="6" creationId="{F023D355-BF17-1B63-5699-6E5DFE61AE62}"/>
            </ac:spMkLst>
          </pc:spChg>
        </pc:sldLayoutChg>
        <pc:sldLayoutChg chg="modSp del mod ord">
          <pc:chgData name="Dwayne Natwick" userId="1b0dde20-a9d8-43c2-bf65-7bd67e9bfd33" providerId="ADAL" clId="{AABC0D3D-5612-4062-8032-A0A82921A108}" dt="2026-08-13T15:30:11.593" v="1" actId="26606"/>
          <pc:sldLayoutMkLst>
            <pc:docMk/>
            <pc:sldMasterMk cId="3659331658" sldId="2147483648"/>
            <pc:sldLayoutMk cId="2849688409" sldId="2147483663"/>
          </pc:sldLayoutMkLst>
          <pc:spChg chg="mod">
            <ac:chgData name="Dwayne Natwick" userId="1b0dde20-a9d8-43c2-bf65-7bd67e9bfd33" providerId="ADAL" clId="{AABC0D3D-5612-4062-8032-A0A82921A108}" dt="2026-08-13T15:30:11.593" v="1" actId="26606"/>
            <ac:spMkLst>
              <pc:docMk/>
              <pc:sldMasterMk cId="3659331658" sldId="2147483648"/>
              <pc:sldLayoutMk cId="2849688409" sldId="2147483663"/>
              <ac:spMk id="2" creationId="{7B79F8FC-D3BA-D529-6B34-477231FBCD2B}"/>
            </ac:spMkLst>
          </pc:spChg>
          <pc:spChg chg="mod">
            <ac:chgData name="Dwayne Natwick" userId="1b0dde20-a9d8-43c2-bf65-7bd67e9bfd33" providerId="ADAL" clId="{AABC0D3D-5612-4062-8032-A0A82921A108}" dt="2026-08-13T15:30:11.593" v="1" actId="26606"/>
            <ac:spMkLst>
              <pc:docMk/>
              <pc:sldMasterMk cId="3659331658" sldId="2147483648"/>
              <pc:sldLayoutMk cId="2849688409" sldId="2147483663"/>
              <ac:spMk id="3" creationId="{1BEFE491-01EB-38E3-D422-E3B504AB42E9}"/>
            </ac:spMkLst>
          </pc:spChg>
          <pc:spChg chg="mod">
            <ac:chgData name="Dwayne Natwick" userId="1b0dde20-a9d8-43c2-bf65-7bd67e9bfd33" providerId="ADAL" clId="{AABC0D3D-5612-4062-8032-A0A82921A108}" dt="2026-08-13T15:30:11.593" v="1" actId="26606"/>
            <ac:spMkLst>
              <pc:docMk/>
              <pc:sldMasterMk cId="3659331658" sldId="2147483648"/>
              <pc:sldLayoutMk cId="2849688409" sldId="2147483663"/>
              <ac:spMk id="4" creationId="{1054B27F-7F1D-29E2-9F4D-65A8A677B79D}"/>
            </ac:spMkLst>
          </pc:spChg>
          <pc:spChg chg="mod">
            <ac:chgData name="Dwayne Natwick" userId="1b0dde20-a9d8-43c2-bf65-7bd67e9bfd33" providerId="ADAL" clId="{AABC0D3D-5612-4062-8032-A0A82921A108}" dt="2026-08-13T15:30:11.593" v="1" actId="26606"/>
            <ac:spMkLst>
              <pc:docMk/>
              <pc:sldMasterMk cId="3659331658" sldId="2147483648"/>
              <pc:sldLayoutMk cId="2849688409" sldId="2147483663"/>
              <ac:spMk id="5" creationId="{33D7EA38-7BF6-75FC-729D-1222A63D34B5}"/>
            </ac:spMkLst>
          </pc:spChg>
          <pc:spChg chg="mod">
            <ac:chgData name="Dwayne Natwick" userId="1b0dde20-a9d8-43c2-bf65-7bd67e9bfd33" providerId="ADAL" clId="{AABC0D3D-5612-4062-8032-A0A82921A108}" dt="2026-08-13T15:30:11.593" v="1" actId="26606"/>
            <ac:spMkLst>
              <pc:docMk/>
              <pc:sldMasterMk cId="3659331658" sldId="2147483648"/>
              <pc:sldLayoutMk cId="2849688409" sldId="2147483663"/>
              <ac:spMk id="6" creationId="{8F89C6EB-AC6A-90FE-99DA-E3C210D1E2DA}"/>
            </ac:spMkLst>
          </pc:spChg>
        </pc:sldLayoutChg>
      </pc:sldMasterChg>
      <pc:sldMasterChg chg="del replId modSldLayout sldLayoutOrd">
        <pc:chgData name="Dwayne Natwick" userId="1b0dde20-a9d8-43c2-bf65-7bd67e9bfd33" providerId="ADAL" clId="{AABC0D3D-5612-4062-8032-A0A82921A108}" dt="2026-08-13T15:30:11.593" v="1" actId="26606"/>
        <pc:sldMasterMkLst>
          <pc:docMk/>
          <pc:sldMasterMk cId="3659331658" sldId="2147483660"/>
        </pc:sldMasterMkLst>
        <pc:sldLayoutChg chg="replId">
          <pc:chgData name="Dwayne Natwick" userId="1b0dde20-a9d8-43c2-bf65-7bd67e9bfd33" providerId="ADAL" clId="{AABC0D3D-5612-4062-8032-A0A82921A108}" dt="2026-08-13T15:30:11.516" v="0" actId="26606"/>
          <pc:sldLayoutMkLst>
            <pc:docMk/>
            <pc:sldMasterMk cId="3659331658" sldId="2147483648"/>
            <pc:sldLayoutMk cId="936520444" sldId="2147483661"/>
          </pc:sldLayoutMkLst>
        </pc:sldLayoutChg>
        <pc:sldLayoutChg chg="replId">
          <pc:chgData name="Dwayne Natwick" userId="1b0dde20-a9d8-43c2-bf65-7bd67e9bfd33" providerId="ADAL" clId="{AABC0D3D-5612-4062-8032-A0A82921A108}" dt="2026-08-13T15:30:11.516" v="0" actId="26606"/>
          <pc:sldLayoutMkLst>
            <pc:docMk/>
            <pc:sldMasterMk cId="3659331658" sldId="2147483648"/>
            <pc:sldLayoutMk cId="689365710" sldId="2147483662"/>
          </pc:sldLayoutMkLst>
        </pc:sldLayoutChg>
        <pc:sldLayoutChg chg="replId">
          <pc:chgData name="Dwayne Natwick" userId="1b0dde20-a9d8-43c2-bf65-7bd67e9bfd33" providerId="ADAL" clId="{AABC0D3D-5612-4062-8032-A0A82921A108}" dt="2026-08-13T15:30:11.516" v="0" actId="26606"/>
          <pc:sldLayoutMkLst>
            <pc:docMk/>
            <pc:sldMasterMk cId="3659331658" sldId="2147483648"/>
            <pc:sldLayoutMk cId="2849688409" sldId="214748366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01168"/>
          </a:xfrm>
          <a:prstGeom prst="rect">
            <a:avLst/>
          </a:prstGeom>
          <a:solidFill>
            <a:srgbClr val="2E6DA4"/>
          </a:solidFill>
          <a:ln/>
        </p:spPr>
      </p:sp>
      <p:sp>
        <p:nvSpPr>
          <p:cNvPr id="3" name="Shape 1"/>
          <p:cNvSpPr/>
          <p:nvPr/>
        </p:nvSpPr>
        <p:spPr>
          <a:xfrm>
            <a:off x="0" y="4983480"/>
            <a:ext cx="9144000" cy="160020"/>
          </a:xfrm>
          <a:prstGeom prst="rect">
            <a:avLst/>
          </a:prstGeom>
          <a:solidFill>
            <a:srgbClr val="E39A2B"/>
          </a:solidFill>
          <a:ln/>
        </p:spPr>
      </p:sp>
      <p:sp>
        <p:nvSpPr>
          <p:cNvPr id="4" name="Text 2"/>
          <p:cNvSpPr>
            <a:spLocks noGrp="1"/>
          </p:cNvSpPr>
          <p:nvPr>
            <p:ph type="title" idx="102" hasCustomPrompt="1"/>
          </p:nvPr>
        </p:nvSpPr>
        <p:spPr>
          <a:xfrm>
            <a:off x="640080" y="1600200"/>
            <a:ext cx="7863840" cy="1371600"/>
          </a:xfrm>
          <a:prstGeom prst="rect">
            <a:avLst/>
          </a:prstGeom>
          <a:noFill/>
          <a:ln/>
        </p:spPr>
        <p:txBody>
          <a:bodyPr wrap="square" rtlCol="0"/>
          <a:lstStyle>
            <a:lvl1pPr marL="0" indent="0">
              <a:buNone/>
              <a:defRPr lang="en-US" sz="4000" b="1" dirty="0">
                <a:solidFill>
                  <a:srgbClr val="1B3A5C"/>
                </a:solidFill>
                <a:latin typeface="Segoe UI" pitchFamily="34" charset="0"/>
                <a:ea typeface="Segoe UI" pitchFamily="34" charset="-122"/>
                <a:cs typeface="Segoe UI" pitchFamily="34" charset="-120"/>
              </a:defRPr>
            </a:lvl1pPr>
          </a:lstStyle>
          <a:p>
            <a:pPr marL="0" indent="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5C"/>
          </a:solidFill>
          <a:ln/>
        </p:spPr>
      </p:sp>
      <p:sp>
        <p:nvSpPr>
          <p:cNvPr id="3" name="Shape 1"/>
          <p:cNvSpPr/>
          <p:nvPr/>
        </p:nvSpPr>
        <p:spPr>
          <a:xfrm>
            <a:off x="0" y="822960"/>
            <a:ext cx="9144000" cy="54864"/>
          </a:xfrm>
          <a:prstGeom prst="rect">
            <a:avLst/>
          </a:prstGeom>
          <a:solidFill>
            <a:srgbClr val="E39A2B"/>
          </a:solidFill>
          <a:ln/>
        </p:spPr>
      </p:sp>
      <p:sp>
        <p:nvSpPr>
          <p:cNvPr id="4" name="Text 2"/>
          <p:cNvSpPr>
            <a:spLocks noGrp="1"/>
          </p:cNvSpPr>
          <p:nvPr>
            <p:ph type="title" idx="102" hasCustomPrompt="1"/>
          </p:nvPr>
        </p:nvSpPr>
        <p:spPr>
          <a:xfrm>
            <a:off x="502920" y="91440"/>
            <a:ext cx="8138160" cy="640080"/>
          </a:xfrm>
          <a:prstGeom prst="rect">
            <a:avLst/>
          </a:prstGeom>
          <a:noFill/>
          <a:ln/>
        </p:spPr>
        <p:txBody>
          <a:bodyPr wrap="square" rtlCol="0"/>
          <a:lstStyle>
            <a:lvl1pPr marL="0" indent="0">
              <a:buNone/>
              <a:defRPr lang="en-US" sz="2400" b="1" dirty="0">
                <a:solidFill>
                  <a:srgbClr val="FFFFFF"/>
                </a:solidFill>
                <a:latin typeface="Segoe UI" pitchFamily="34" charset="0"/>
                <a:ea typeface="Segoe UI" pitchFamily="34" charset="-122"/>
                <a:cs typeface="Segoe UI" pitchFamily="34" charset="-120"/>
              </a:defRPr>
            </a:lvl1pPr>
          </a:lstStyle>
          <a:p>
            <a:pPr marL="0" indent="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9331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640080" y="1600200"/>
            <a:ext cx="7863840" cy="1371600"/>
          </a:xfrm>
          <a:prstGeom prst="rect">
            <a:avLst/>
          </a:prstGeom>
          <a:noFill/>
          <a:ln/>
        </p:spPr>
        <p:txBody>
          <a:bodyPr wrap="square" lIns="0" tIns="0" rIns="0" bIns="0" rtlCol="0" anchor="ctr"/>
          <a:lstStyle/>
          <a:p>
            <a:pPr marL="0" indent="0">
              <a:buNone/>
            </a:pPr>
            <a:r>
              <a:rPr lang="en-US" sz="4000" b="1" dirty="0">
                <a:solidFill>
                  <a:srgbClr val="1B3A5C"/>
                </a:solidFill>
                <a:latin typeface="Segoe UI" pitchFamily="34" charset="0"/>
                <a:ea typeface="Segoe UI" pitchFamily="34" charset="-122"/>
                <a:cs typeface="Segoe UI" pitchFamily="34" charset="-120"/>
              </a:rPr>
              <a:t>Beyond the Basics in Excel</a:t>
            </a:r>
            <a:endParaRPr lang="en-US" sz="4000" dirty="0"/>
          </a:p>
        </p:txBody>
      </p:sp>
      <p:sp>
        <p:nvSpPr>
          <p:cNvPr id="3" name="Text 1"/>
          <p:cNvSpPr/>
          <p:nvPr/>
        </p:nvSpPr>
        <p:spPr>
          <a:xfrm>
            <a:off x="640080" y="1097280"/>
            <a:ext cx="7863840" cy="320040"/>
          </a:xfrm>
          <a:prstGeom prst="rect">
            <a:avLst/>
          </a:prstGeom>
          <a:noFill/>
          <a:ln/>
        </p:spPr>
        <p:txBody>
          <a:bodyPr wrap="square" lIns="0" tIns="0" rIns="0" bIns="0" rtlCol="0" anchor="ctr"/>
          <a:lstStyle/>
          <a:p>
            <a:pPr marL="0" indent="0">
              <a:buNone/>
            </a:pPr>
            <a:r>
              <a:rPr lang="en-US" sz="1200" b="1" kern="0" spc="200" dirty="0">
                <a:solidFill>
                  <a:srgbClr val="4A7FB5"/>
                </a:solidFill>
                <a:latin typeface="Segoe UI" pitchFamily="34" charset="0"/>
                <a:ea typeface="Segoe UI" pitchFamily="34" charset="-122"/>
                <a:cs typeface="Segoe UI" pitchFamily="34" charset="-120"/>
              </a:rPr>
              <a:t>NETCOM LEARNING  |  MICROSOFT COPILOT SERIES</a:t>
            </a:r>
            <a:endParaRPr lang="en-US" sz="1200" dirty="0"/>
          </a:p>
        </p:txBody>
      </p:sp>
      <p:sp>
        <p:nvSpPr>
          <p:cNvPr id="4" name="Text 2"/>
          <p:cNvSpPr/>
          <p:nvPr/>
        </p:nvSpPr>
        <p:spPr>
          <a:xfrm>
            <a:off x="640080" y="2926080"/>
            <a:ext cx="7863840" cy="365760"/>
          </a:xfrm>
          <a:prstGeom prst="rect">
            <a:avLst/>
          </a:prstGeom>
          <a:noFill/>
          <a:ln/>
        </p:spPr>
        <p:txBody>
          <a:bodyPr wrap="square" lIns="0" tIns="0" rIns="0" bIns="0" rtlCol="0" anchor="ctr"/>
          <a:lstStyle/>
          <a:p>
            <a:pPr marL="0" indent="0">
              <a:buNone/>
            </a:pPr>
            <a:r>
              <a:rPr lang="en-US" sz="1800" dirty="0">
                <a:solidFill>
                  <a:srgbClr val="5B6B7B"/>
                </a:solidFill>
                <a:latin typeface="Segoe UI" pitchFamily="34" charset="0"/>
                <a:ea typeface="Segoe UI" pitchFamily="34" charset="-122"/>
                <a:cs typeface="Segoe UI" pitchFamily="34" charset="-120"/>
              </a:rPr>
              <a:t>Unlocking productivity with Microsoft Copilot in Excel</a:t>
            </a:r>
            <a:endParaRPr lang="en-US" sz="1800" dirty="0"/>
          </a:p>
        </p:txBody>
      </p:sp>
      <p:sp>
        <p:nvSpPr>
          <p:cNvPr id="5" name="rule">
            <a:extLst>
              <a:ext uri="{C183D7F6-B498-43B3-948B-1728B52AA6E4}">
                <adec:decorative xmlns:adec="http://schemas.microsoft.com/office/drawing/2017/decorative" val="1"/>
              </a:ext>
            </a:extLst>
          </p:cNvPr>
          <p:cNvSpPr/>
          <p:nvPr/>
        </p:nvSpPr>
        <p:spPr>
          <a:xfrm>
            <a:off x="640080" y="3429000"/>
            <a:ext cx="1463040" cy="45720"/>
          </a:xfrm>
          <a:prstGeom prst="rect">
            <a:avLst/>
          </a:prstGeom>
          <a:solidFill>
            <a:srgbClr val="E39A2B"/>
          </a:solidFill>
          <a:ln/>
        </p:spPr>
        <p:txBody>
          <a:bodyPr/>
          <a:lstStyle/>
          <a:p>
            <a:endParaRPr lang="en-US"/>
          </a:p>
        </p:txBody>
      </p:sp>
      <p:sp>
        <p:nvSpPr>
          <p:cNvPr id="6" name="Text 4"/>
          <p:cNvSpPr/>
          <p:nvPr/>
        </p:nvSpPr>
        <p:spPr>
          <a:xfrm>
            <a:off x="640080" y="3657600"/>
            <a:ext cx="7863840" cy="320040"/>
          </a:xfrm>
          <a:prstGeom prst="rect">
            <a:avLst/>
          </a:prstGeom>
          <a:noFill/>
          <a:ln/>
        </p:spPr>
        <p:txBody>
          <a:bodyPr wrap="square" lIns="0" tIns="0" rIns="0" bIns="0" rtlCol="0" anchor="ctr"/>
          <a:lstStyle/>
          <a:p>
            <a:pPr marL="0" indent="0">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02920" y="91440"/>
            <a:ext cx="8138160" cy="64008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Session Overview &amp; Learning Objectives</a:t>
            </a:r>
            <a:endParaRPr lang="en-US" sz="2400" dirty="0"/>
          </a:p>
        </p:txBody>
      </p:sp>
      <p:sp>
        <p:nvSpPr>
          <p:cNvPr id="3" name="Text 1"/>
          <p:cNvSpPr/>
          <p:nvPr/>
        </p:nvSpPr>
        <p:spPr>
          <a:xfrm>
            <a:off x="502920" y="1051560"/>
            <a:ext cx="8138160" cy="548640"/>
          </a:xfrm>
          <a:prstGeom prst="rect">
            <a:avLst/>
          </a:prstGeom>
          <a:noFill/>
          <a:ln/>
        </p:spPr>
        <p:txBody>
          <a:bodyPr wrap="square" lIns="0" tIns="0" rIns="0" bIns="0" rtlCol="0" anchor="ctr"/>
          <a:lstStyle/>
          <a:p>
            <a:pPr marL="0" indent="0">
              <a:buNone/>
            </a:pPr>
            <a:r>
              <a:rPr lang="en-US" sz="1400" dirty="0">
                <a:solidFill>
                  <a:srgbClr val="5B6B7B"/>
                </a:solidFill>
                <a:latin typeface="Segoe UI" pitchFamily="34" charset="0"/>
                <a:ea typeface="Segoe UI" pitchFamily="34" charset="-122"/>
                <a:cs typeface="Segoe UI" pitchFamily="34" charset="-120"/>
              </a:rPr>
              <a:t>This intermediate session helps employees move beyond simple prompts — analyzing data, uncovering trends, building formulas, and streamlining reporting for government operations.</a:t>
            </a:r>
            <a:endParaRPr lang="en-US" sz="1400" dirty="0"/>
          </a:p>
        </p:txBody>
      </p:sp>
      <p:sp>
        <p:nvSpPr>
          <p:cNvPr id="4" name="Text 2"/>
          <p:cNvSpPr/>
          <p:nvPr/>
        </p:nvSpPr>
        <p:spPr>
          <a:xfrm>
            <a:off x="640080" y="1645920"/>
            <a:ext cx="7955280" cy="3200400"/>
          </a:xfrm>
          <a:prstGeom prst="rect">
            <a:avLst/>
          </a:prstGeom>
          <a:noFill/>
          <a:ln/>
        </p:spPr>
        <p:txBody>
          <a:bodyPr wrap="square" rtlCol="0" anchor="ctr"/>
          <a:lstStyle/>
          <a:p>
            <a:pPr marL="342900" indent="-342900">
              <a:spcAft>
                <a:spcPts val="600"/>
              </a:spcAft>
              <a:buSzPct val="100000"/>
              <a:buChar char="•"/>
            </a:pPr>
            <a:r>
              <a:rPr lang="en-US" sz="1400" dirty="0">
                <a:solidFill>
                  <a:srgbClr val="1F2933"/>
                </a:solidFill>
                <a:latin typeface="Segoe UI" pitchFamily="34" charset="0"/>
                <a:ea typeface="Segoe UI" pitchFamily="34" charset="-122"/>
                <a:cs typeface="Segoe UI" pitchFamily="34" charset="-120"/>
              </a:rPr>
              <a:t>Use Copilot to perform data analysis and identify trends</a:t>
            </a:r>
            <a:endParaRPr lang="en-US" sz="1400" dirty="0"/>
          </a:p>
          <a:p>
            <a:pPr marL="342900" indent="-342900">
              <a:spcAft>
                <a:spcPts val="600"/>
              </a:spcAft>
              <a:buSzPct val="100000"/>
              <a:buChar char="•"/>
            </a:pPr>
            <a:r>
              <a:rPr lang="en-US" sz="1400" dirty="0">
                <a:solidFill>
                  <a:srgbClr val="1F2933"/>
                </a:solidFill>
                <a:latin typeface="Segoe UI" pitchFamily="34" charset="0"/>
                <a:ea typeface="Segoe UI" pitchFamily="34" charset="-122"/>
                <a:cs typeface="Segoe UI" pitchFamily="34" charset="-120"/>
              </a:rPr>
              <a:t>Generate and explain complex formulas using natural language</a:t>
            </a:r>
            <a:endParaRPr lang="en-US" sz="1400" dirty="0"/>
          </a:p>
          <a:p>
            <a:pPr marL="342900" indent="-342900">
              <a:spcAft>
                <a:spcPts val="600"/>
              </a:spcAft>
              <a:buSzPct val="100000"/>
              <a:buChar char="•"/>
            </a:pPr>
            <a:r>
              <a:rPr lang="en-US" sz="1400" dirty="0">
                <a:solidFill>
                  <a:srgbClr val="1F2933"/>
                </a:solidFill>
                <a:latin typeface="Segoe UI" pitchFamily="34" charset="0"/>
                <a:ea typeface="Segoe UI" pitchFamily="34" charset="-122"/>
                <a:cs typeface="Segoe UI" pitchFamily="34" charset="-120"/>
              </a:rPr>
              <a:t>Create meaningful visualizations and summaries</a:t>
            </a:r>
            <a:endParaRPr lang="en-US" sz="1400" dirty="0"/>
          </a:p>
          <a:p>
            <a:pPr marL="342900" indent="-342900">
              <a:spcAft>
                <a:spcPts val="600"/>
              </a:spcAft>
              <a:buSzPct val="100000"/>
              <a:buChar char="•"/>
            </a:pPr>
            <a:r>
              <a:rPr lang="en-US" sz="1400" dirty="0">
                <a:solidFill>
                  <a:srgbClr val="1F2933"/>
                </a:solidFill>
                <a:latin typeface="Segoe UI" pitchFamily="34" charset="0"/>
                <a:ea typeface="Segoe UI" pitchFamily="34" charset="-122"/>
                <a:cs typeface="Segoe UI" pitchFamily="34" charset="-120"/>
              </a:rPr>
              <a:t>Discover anomalies, patterns, and outliers</a:t>
            </a:r>
            <a:endParaRPr lang="en-US" sz="1400" dirty="0"/>
          </a:p>
          <a:p>
            <a:pPr marL="342900" indent="-342900">
              <a:spcAft>
                <a:spcPts val="600"/>
              </a:spcAft>
              <a:buSzPct val="100000"/>
              <a:buChar char="•"/>
            </a:pPr>
            <a:r>
              <a:rPr lang="en-US" sz="1400" dirty="0">
                <a:solidFill>
                  <a:srgbClr val="1F2933"/>
                </a:solidFill>
                <a:latin typeface="Segoe UI" pitchFamily="34" charset="0"/>
                <a:ea typeface="Segoe UI" pitchFamily="34" charset="-122"/>
                <a:cs typeface="Segoe UI" pitchFamily="34" charset="-120"/>
              </a:rPr>
              <a:t>Automate common reporting and data interpretation tasks</a:t>
            </a:r>
            <a:endParaRPr lang="en-US" sz="1400" dirty="0"/>
          </a:p>
          <a:p>
            <a:pPr marL="342900" indent="-342900">
              <a:spcAft>
                <a:spcPts val="600"/>
              </a:spcAft>
              <a:buSzPct val="100000"/>
              <a:buChar char="•"/>
            </a:pPr>
            <a:r>
              <a:rPr lang="en-US" sz="1400" dirty="0">
                <a:solidFill>
                  <a:srgbClr val="1F2933"/>
                </a:solidFill>
                <a:latin typeface="Segoe UI" pitchFamily="34" charset="0"/>
                <a:ea typeface="Segoe UI" pitchFamily="34" charset="-122"/>
                <a:cs typeface="Segoe UI" pitchFamily="34" charset="-120"/>
              </a:rPr>
              <a:t>Apply prompt engineering for more accurate Excel results</a:t>
            </a:r>
            <a:endParaRPr lang="en-US" sz="1400" dirty="0"/>
          </a:p>
          <a:p>
            <a:pPr marL="342900" indent="-342900">
              <a:spcAft>
                <a:spcPts val="600"/>
              </a:spcAft>
              <a:buSzPct val="100000"/>
              <a:buChar char="•"/>
            </a:pPr>
            <a:r>
              <a:rPr lang="en-US" sz="1400" dirty="0">
                <a:solidFill>
                  <a:srgbClr val="1F2933"/>
                </a:solidFill>
                <a:latin typeface="Segoe UI" pitchFamily="34" charset="0"/>
                <a:ea typeface="Segoe UI" pitchFamily="34" charset="-122"/>
                <a:cs typeface="Segoe UI" pitchFamily="34" charset="-120"/>
              </a:rPr>
              <a:t>Identify GCC-specific considerations with organizational data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02920" y="91440"/>
            <a:ext cx="8138160" cy="64008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Agenda</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8138160" cy="3657600"/>
        </p:xfrm>
        <a:graphic>
          <a:graphicData uri="http://schemas.openxmlformats.org/drawingml/2006/table">
            <a:tbl>
              <a:tblPr/>
              <a:tblGrid>
                <a:gridCol w="2011680">
                  <a:extLst>
                    <a:ext uri="{9D8B030D-6E8A-4147-A177-3AD203B41FA5}">
                      <a16:colId xmlns:a16="http://schemas.microsoft.com/office/drawing/2014/main" val="20000"/>
                    </a:ext>
                  </a:extLst>
                </a:gridCol>
                <a:gridCol w="6126480">
                  <a:extLst>
                    <a:ext uri="{9D8B030D-6E8A-4147-A177-3AD203B41FA5}">
                      <a16:colId xmlns:a16="http://schemas.microsoft.com/office/drawing/2014/main" val="20001"/>
                    </a:ext>
                  </a:extLst>
                </a:gridCol>
              </a:tblGrid>
              <a:tr h="457200">
                <a:tc>
                  <a:txBody>
                    <a:bodyPr/>
                    <a:lstStyle/>
                    <a:p>
                      <a:pPr marL="0" indent="0">
                        <a:buNone/>
                      </a:pPr>
                      <a:r>
                        <a:rPr lang="en-US" sz="1400" b="1" dirty="0">
                          <a:solidFill>
                            <a:srgbClr val="FFFFFF"/>
                          </a:solidFill>
                          <a:latin typeface="Segoe UI" pitchFamily="34" charset="0"/>
                          <a:ea typeface="Segoe UI" pitchFamily="34" charset="-122"/>
                          <a:cs typeface="Segoe UI" pitchFamily="34" charset="-120"/>
                        </a:rPr>
                        <a:t>Time</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2E6DA4"/>
                    </a:solidFill>
                  </a:tcPr>
                </a:tc>
                <a:tc>
                  <a:txBody>
                    <a:bodyPr/>
                    <a:lstStyle/>
                    <a:p>
                      <a:pPr marL="0" indent="0">
                        <a:buNone/>
                      </a:pPr>
                      <a:r>
                        <a:rPr lang="en-US" sz="1400" b="1" dirty="0">
                          <a:solidFill>
                            <a:srgbClr val="FFFFFF"/>
                          </a:solidFill>
                          <a:latin typeface="Segoe UI" pitchFamily="34" charset="0"/>
                          <a:ea typeface="Segoe UI" pitchFamily="34" charset="-122"/>
                          <a:cs typeface="Segoe UI" pitchFamily="34" charset="-120"/>
                        </a:rPr>
                        <a:t>Topic</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2E6DA4"/>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1F2933"/>
                          </a:solidFill>
                          <a:latin typeface="Segoe UI" pitchFamily="34" charset="0"/>
                          <a:ea typeface="Segoe UI" pitchFamily="34" charset="-122"/>
                          <a:cs typeface="Segoe UI" pitchFamily="34" charset="-120"/>
                        </a:rPr>
                        <a:t>0:00 – 0:05</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Segoe UI" pitchFamily="34" charset="0"/>
                          <a:ea typeface="Segoe UI" pitchFamily="34" charset="-122"/>
                          <a:cs typeface="Segoe UI" pitchFamily="34" charset="-120"/>
                        </a:rPr>
                        <a:t>Introduction and GCC considerations</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dirty="0">
                          <a:solidFill>
                            <a:srgbClr val="1F2933"/>
                          </a:solidFill>
                          <a:latin typeface="Segoe UI" pitchFamily="34" charset="0"/>
                          <a:ea typeface="Segoe UI" pitchFamily="34" charset="-122"/>
                          <a:cs typeface="Segoe UI" pitchFamily="34" charset="-120"/>
                        </a:rPr>
                        <a:t>0:05 – 0:15</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Segoe UI" pitchFamily="34" charset="0"/>
                          <a:ea typeface="Segoe UI" pitchFamily="34" charset="-122"/>
                          <a:cs typeface="Segoe UI" pitchFamily="34" charset="-120"/>
                        </a:rPr>
                        <a:t>Beyond basic Excel Copilot prompts</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400" dirty="0">
                          <a:solidFill>
                            <a:srgbClr val="1F2933"/>
                          </a:solidFill>
                          <a:latin typeface="Segoe UI" pitchFamily="34" charset="0"/>
                          <a:ea typeface="Segoe UI" pitchFamily="34" charset="-122"/>
                          <a:cs typeface="Segoe UI" pitchFamily="34" charset="-120"/>
                        </a:rPr>
                        <a:t>0:15 – 0:30</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Segoe UI" pitchFamily="34" charset="0"/>
                          <a:ea typeface="Segoe UI" pitchFamily="34" charset="-122"/>
                          <a:cs typeface="Segoe UI" pitchFamily="34" charset="-120"/>
                        </a:rPr>
                        <a:t>Advanced data analysis with Copilot</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400" dirty="0">
                          <a:solidFill>
                            <a:srgbClr val="1F2933"/>
                          </a:solidFill>
                          <a:latin typeface="Segoe UI" pitchFamily="34" charset="0"/>
                          <a:ea typeface="Segoe UI" pitchFamily="34" charset="-122"/>
                          <a:cs typeface="Segoe UI" pitchFamily="34" charset="-120"/>
                        </a:rPr>
                        <a:t>0:30 – 0:40</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Segoe UI" pitchFamily="34" charset="0"/>
                          <a:ea typeface="Segoe UI" pitchFamily="34" charset="-122"/>
                          <a:cs typeface="Segoe UI" pitchFamily="34" charset="-120"/>
                        </a:rPr>
                        <a:t>Formula creation and data modeling</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400" dirty="0">
                          <a:solidFill>
                            <a:srgbClr val="1F2933"/>
                          </a:solidFill>
                          <a:latin typeface="Segoe UI" pitchFamily="34" charset="0"/>
                          <a:ea typeface="Segoe UI" pitchFamily="34" charset="-122"/>
                          <a:cs typeface="Segoe UI" pitchFamily="34" charset="-120"/>
                        </a:rPr>
                        <a:t>0:40 – 0:50</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Segoe UI" pitchFamily="34" charset="0"/>
                          <a:ea typeface="Segoe UI" pitchFamily="34" charset="-122"/>
                          <a:cs typeface="Segoe UI" pitchFamily="34" charset="-120"/>
                        </a:rPr>
                        <a:t>Visualization, reporting, and insights</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400" dirty="0">
                          <a:solidFill>
                            <a:srgbClr val="1F2933"/>
                          </a:solidFill>
                          <a:latin typeface="Segoe UI" pitchFamily="34" charset="0"/>
                          <a:ea typeface="Segoe UI" pitchFamily="34" charset="-122"/>
                          <a:cs typeface="Segoe UI" pitchFamily="34" charset="-120"/>
                        </a:rPr>
                        <a:t>0:50 – 0:58</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Segoe UI" pitchFamily="34" charset="0"/>
                          <a:ea typeface="Segoe UI" pitchFamily="34" charset="-122"/>
                          <a:cs typeface="Segoe UI" pitchFamily="34" charset="-120"/>
                        </a:rPr>
                        <a:t>Prompt engineering workshop</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buNone/>
                      </a:pPr>
                      <a:r>
                        <a:rPr lang="en-US" sz="1400" dirty="0">
                          <a:solidFill>
                            <a:srgbClr val="1F2933"/>
                          </a:solidFill>
                          <a:latin typeface="Segoe UI" pitchFamily="34" charset="0"/>
                          <a:ea typeface="Segoe UI" pitchFamily="34" charset="-122"/>
                          <a:cs typeface="Segoe UI" pitchFamily="34" charset="-120"/>
                        </a:rPr>
                        <a:t>0:58 – 1:00</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400" dirty="0">
                          <a:solidFill>
                            <a:srgbClr val="1F2933"/>
                          </a:solidFill>
                          <a:latin typeface="Segoe UI" pitchFamily="34" charset="0"/>
                          <a:ea typeface="Segoe UI" pitchFamily="34" charset="-122"/>
                          <a:cs typeface="Segoe UI" pitchFamily="34" charset="-120"/>
                        </a:rPr>
                        <a:t>Wrap-up and resources</a:t>
                      </a:r>
                      <a:endParaRPr lang="en-US" sz="1400" dirty="0">
                        <a:latin typeface="Segoe UI" charset="0"/>
                        <a:ea typeface="Segoe UI" charset="0"/>
                        <a:cs typeface="Segoe U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02920" y="91440"/>
            <a:ext cx="8138160" cy="64008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Module 1 — Introduction &amp; GCC Considerations</a:t>
            </a:r>
            <a:endParaRPr lang="en-US" sz="2400" dirty="0"/>
          </a:p>
        </p:txBody>
      </p:sp>
      <p:sp>
        <p:nvSpPr>
          <p:cNvPr id="3" name="Text 1"/>
          <p:cNvSpPr/>
          <p:nvPr/>
        </p:nvSpPr>
        <p:spPr>
          <a:xfrm>
            <a:off x="502920" y="1097280"/>
            <a:ext cx="8138160" cy="1737360"/>
          </a:xfrm>
          <a:prstGeom prst="rect">
            <a:avLst/>
          </a:prstGeom>
          <a:noFill/>
          <a:ln/>
        </p:spPr>
        <p:txBody>
          <a:bodyPr wrap="square" rtlCol="0" anchor="ctr"/>
          <a:lstStyle/>
          <a:p>
            <a:pPr marL="342900" indent="-342900">
              <a:spcAft>
                <a:spcPts val="600"/>
              </a:spcAft>
              <a:buSzPct val="100000"/>
              <a:buChar char="•"/>
            </a:pPr>
            <a:r>
              <a:rPr lang="en-US" sz="1500" dirty="0">
                <a:solidFill>
                  <a:srgbClr val="1F2933"/>
                </a:solidFill>
                <a:latin typeface="Segoe UI" pitchFamily="34" charset="0"/>
                <a:ea typeface="Segoe UI" pitchFamily="34" charset="-122"/>
                <a:cs typeface="Segoe UI" pitchFamily="34" charset="-120"/>
              </a:rPr>
              <a:t>What Copilot can and cannot do inside Excel</a:t>
            </a:r>
            <a:endParaRPr lang="en-US" sz="1500" dirty="0"/>
          </a:p>
          <a:p>
            <a:pPr marL="342900" indent="-342900">
              <a:spcAft>
                <a:spcPts val="600"/>
              </a:spcAft>
              <a:buSzPct val="100000"/>
              <a:buChar char="•"/>
            </a:pPr>
            <a:r>
              <a:rPr lang="en-US" sz="1500" dirty="0">
                <a:solidFill>
                  <a:srgbClr val="1F2933"/>
                </a:solidFill>
                <a:latin typeface="Segoe UI" pitchFamily="34" charset="0"/>
                <a:ea typeface="Segoe UI" pitchFamily="34" charset="-122"/>
                <a:cs typeface="Segoe UI" pitchFamily="34" charset="-120"/>
              </a:rPr>
              <a:t>Data stays within your Microsoft 365 security boundary</a:t>
            </a:r>
            <a:endParaRPr lang="en-US" sz="1500" dirty="0"/>
          </a:p>
          <a:p>
            <a:pPr marL="342900" indent="-342900">
              <a:spcAft>
                <a:spcPts val="600"/>
              </a:spcAft>
              <a:buSzPct val="100000"/>
              <a:buChar char="•"/>
            </a:pPr>
            <a:r>
              <a:rPr lang="en-US" sz="1500" dirty="0">
                <a:solidFill>
                  <a:srgbClr val="1F2933"/>
                </a:solidFill>
                <a:latin typeface="Segoe UI" pitchFamily="34" charset="0"/>
                <a:ea typeface="Segoe UI" pitchFamily="34" charset="-122"/>
                <a:cs typeface="Segoe UI" pitchFamily="34" charset="-120"/>
              </a:rPr>
              <a:t>Why properly structured tables matter</a:t>
            </a:r>
            <a:endParaRPr lang="en-US" sz="1500" dirty="0"/>
          </a:p>
          <a:p>
            <a:pPr marL="342900" indent="-342900">
              <a:spcAft>
                <a:spcPts val="600"/>
              </a:spcAft>
              <a:buSzPct val="100000"/>
              <a:buChar char="•"/>
            </a:pPr>
            <a:r>
              <a:rPr lang="en-US" sz="1500" dirty="0">
                <a:solidFill>
                  <a:srgbClr val="1F2933"/>
                </a:solidFill>
                <a:latin typeface="Segoe UI" pitchFamily="34" charset="0"/>
                <a:ea typeface="Segoe UI" pitchFamily="34" charset="-122"/>
                <a:cs typeface="Segoe UI" pitchFamily="34" charset="-120"/>
              </a:rPr>
              <a:t>Grounding on organizational data</a:t>
            </a:r>
            <a:endParaRPr lang="en-US" sz="1500" dirty="0"/>
          </a:p>
          <a:p>
            <a:pPr marL="342900" indent="-342900">
              <a:spcAft>
                <a:spcPts val="600"/>
              </a:spcAft>
              <a:buSzPct val="100000"/>
              <a:buChar char="•"/>
            </a:pPr>
            <a:r>
              <a:rPr lang="en-US" sz="1500" dirty="0">
                <a:solidFill>
                  <a:srgbClr val="1F2933"/>
                </a:solidFill>
                <a:latin typeface="Segoe UI" pitchFamily="34" charset="0"/>
                <a:ea typeface="Segoe UI" pitchFamily="34" charset="-122"/>
                <a:cs typeface="Segoe UI" pitchFamily="34" charset="-120"/>
              </a:rPr>
              <a:t>Demo: Copilot pane, suggested prompts, table requirements</a:t>
            </a:r>
            <a:endParaRPr lang="en-US" sz="1500" dirty="0"/>
          </a:p>
        </p:txBody>
      </p:sp>
      <p:sp>
        <p:nvSpPr>
          <p:cNvPr id="4" name="prompt card">
            <a:extLst>
              <a:ext uri="{C183D7F6-B498-43B3-948B-1728B52AA6E4}">
                <adec:decorative xmlns:adec="http://schemas.microsoft.com/office/drawing/2017/decorative" val="1"/>
              </a:ext>
            </a:extLst>
          </p:cNvPr>
          <p:cNvSpPr/>
          <p:nvPr/>
        </p:nvSpPr>
        <p:spPr>
          <a:xfrm>
            <a:off x="502920" y="2926080"/>
            <a:ext cx="8138160" cy="1051560"/>
          </a:xfrm>
          <a:prstGeom prst="rect">
            <a:avLst/>
          </a:prstGeom>
          <a:solidFill>
            <a:srgbClr val="EEF3F8"/>
          </a:solidFill>
          <a:ln/>
        </p:spPr>
        <p:txBody>
          <a:bodyPr/>
          <a:lstStyle/>
          <a:p>
            <a:endParaRPr lang="en-US"/>
          </a:p>
        </p:txBody>
      </p:sp>
      <p:sp>
        <p:nvSpPr>
          <p:cNvPr id="5" name="accent bar">
            <a:extLst>
              <a:ext uri="{C183D7F6-B498-43B3-948B-1728B52AA6E4}">
                <adec:decorative xmlns:adec="http://schemas.microsoft.com/office/drawing/2017/decorative" val="1"/>
              </a:ext>
            </a:extLst>
          </p:cNvPr>
          <p:cNvSpPr/>
          <p:nvPr/>
        </p:nvSpPr>
        <p:spPr>
          <a:xfrm>
            <a:off x="502920" y="2926080"/>
            <a:ext cx="82296" cy="1051560"/>
          </a:xfrm>
          <a:prstGeom prst="rect">
            <a:avLst/>
          </a:prstGeom>
          <a:solidFill>
            <a:srgbClr val="E39A2B"/>
          </a:solidFill>
          <a:ln/>
        </p:spPr>
        <p:txBody>
          <a:bodyPr/>
          <a:lstStyle/>
          <a:p>
            <a:endParaRPr lang="en-US"/>
          </a:p>
        </p:txBody>
      </p:sp>
      <p:sp>
        <p:nvSpPr>
          <p:cNvPr id="6" name="Text 4"/>
          <p:cNvSpPr/>
          <p:nvPr/>
        </p:nvSpPr>
        <p:spPr>
          <a:xfrm>
            <a:off x="731520" y="2999232"/>
            <a:ext cx="7772400" cy="256032"/>
          </a:xfrm>
          <a:prstGeom prst="rect">
            <a:avLst/>
          </a:prstGeom>
          <a:noFill/>
          <a:ln/>
        </p:spPr>
        <p:txBody>
          <a:bodyPr wrap="square" lIns="0" tIns="0" rIns="0" bIns="0" rtlCol="0" anchor="ctr"/>
          <a:lstStyle/>
          <a:p>
            <a:pPr marL="0" indent="0">
              <a:buNone/>
            </a:pPr>
            <a:r>
              <a:rPr lang="en-US" sz="1100" b="1" kern="0" spc="100" dirty="0">
                <a:solidFill>
                  <a:srgbClr val="2E6DA4"/>
                </a:solidFill>
                <a:latin typeface="Segoe UI" pitchFamily="34" charset="0"/>
                <a:ea typeface="Segoe UI" pitchFamily="34" charset="-122"/>
                <a:cs typeface="Segoe UI" pitchFamily="34" charset="-120"/>
              </a:rPr>
              <a:t>TRY THIS PROMPT</a:t>
            </a:r>
            <a:endParaRPr lang="en-US" sz="1100" dirty="0"/>
          </a:p>
        </p:txBody>
      </p:sp>
      <p:sp>
        <p:nvSpPr>
          <p:cNvPr id="7" name="Text 5"/>
          <p:cNvSpPr/>
          <p:nvPr/>
        </p:nvSpPr>
        <p:spPr>
          <a:xfrm>
            <a:off x="731520" y="3255264"/>
            <a:ext cx="7772400" cy="649224"/>
          </a:xfrm>
          <a:prstGeom prst="rect">
            <a:avLst/>
          </a:prstGeom>
          <a:noFill/>
          <a:ln/>
        </p:spPr>
        <p:txBody>
          <a:bodyPr wrap="square" lIns="0" tIns="0" rIns="0" bIns="0" rtlCol="0" anchor="t"/>
          <a:lstStyle/>
          <a:p>
            <a:pPr marL="0" indent="0">
              <a:buNone/>
            </a:pPr>
            <a:r>
              <a:rPr lang="en-US" sz="1400" i="1" dirty="0">
                <a:solidFill>
                  <a:srgbClr val="1F2933"/>
                </a:solidFill>
                <a:latin typeface="Segoe UI" pitchFamily="34" charset="0"/>
                <a:ea typeface="Segoe UI" pitchFamily="34" charset="-122"/>
                <a:cs typeface="Segoe UI" pitchFamily="34" charset="-120"/>
              </a:rPr>
              <a:t>“Using the data in this table, give me an overview of what this workbook contains, list the columns and what each one measures, and flag any columns with missing or inconsistent values.”</a:t>
            </a:r>
            <a:endParaRPr lang="en-US" sz="1400" dirty="0"/>
          </a:p>
        </p:txBody>
      </p:sp>
      <p:sp>
        <p:nvSpPr>
          <p:cNvPr id="8" name="Text 6"/>
          <p:cNvSpPr/>
          <p:nvPr/>
        </p:nvSpPr>
        <p:spPr>
          <a:xfrm>
            <a:off x="502920" y="4160520"/>
            <a:ext cx="8138160" cy="457200"/>
          </a:xfrm>
          <a:prstGeom prst="rect">
            <a:avLst/>
          </a:prstGeom>
          <a:noFill/>
          <a:ln/>
        </p:spPr>
        <p:txBody>
          <a:bodyPr wrap="square" lIns="0" tIns="0" rIns="0" bIns="0" rtlCol="0" anchor="ctr"/>
          <a:lstStyle/>
          <a:p>
            <a:pPr marL="0" indent="0">
              <a:buNone/>
            </a:pPr>
            <a:r>
              <a:rPr lang="en-US" sz="1300" b="1" dirty="0">
                <a:solidFill>
                  <a:srgbClr val="2E6DA4"/>
                </a:solidFill>
                <a:latin typeface="Segoe UI" pitchFamily="34" charset="0"/>
                <a:ea typeface="Segoe UI" pitchFamily="34" charset="-122"/>
                <a:cs typeface="Segoe UI" pitchFamily="34" charset="-120"/>
              </a:rPr>
              <a:t>Key message: Copilot works best with structured tables, clear headers, and consistent formatting.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02920" y="91440"/>
            <a:ext cx="8138160" cy="64008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Module 2 — Moving Beyond Basic Prompts</a:t>
            </a:r>
            <a:endParaRPr lang="en-US" sz="2400" dirty="0"/>
          </a:p>
        </p:txBody>
      </p:sp>
      <p:sp>
        <p:nvSpPr>
          <p:cNvPr id="3" name="card">
            <a:extLst>
              <a:ext uri="{C183D7F6-B498-43B3-948B-1728B52AA6E4}">
                <adec:decorative xmlns:adec="http://schemas.microsoft.com/office/drawing/2017/decorative" val="1"/>
              </a:ext>
            </a:extLst>
          </p:cNvPr>
          <p:cNvSpPr/>
          <p:nvPr/>
        </p:nvSpPr>
        <p:spPr>
          <a:xfrm>
            <a:off x="502920" y="1097280"/>
            <a:ext cx="3931920" cy="1188720"/>
          </a:xfrm>
          <a:prstGeom prst="rect">
            <a:avLst/>
          </a:prstGeom>
          <a:solidFill>
            <a:srgbClr val="EEF3F8"/>
          </a:solidFill>
          <a:ln/>
        </p:spPr>
        <p:txBody>
          <a:bodyPr/>
          <a:lstStyle/>
          <a:p>
            <a:endParaRPr lang="en-US"/>
          </a:p>
        </p:txBody>
      </p:sp>
      <p:sp>
        <p:nvSpPr>
          <p:cNvPr id="4" name="Text 2"/>
          <p:cNvSpPr/>
          <p:nvPr/>
        </p:nvSpPr>
        <p:spPr>
          <a:xfrm>
            <a:off x="685800" y="1188720"/>
            <a:ext cx="3566160" cy="274320"/>
          </a:xfrm>
          <a:prstGeom prst="rect">
            <a:avLst/>
          </a:prstGeom>
          <a:noFill/>
          <a:ln/>
        </p:spPr>
        <p:txBody>
          <a:bodyPr wrap="square" lIns="0" tIns="0" rIns="0" bIns="0" rtlCol="0" anchor="ctr"/>
          <a:lstStyle/>
          <a:p>
            <a:pPr marL="0" indent="0">
              <a:buNone/>
            </a:pPr>
            <a:r>
              <a:rPr lang="en-US" sz="1200" b="1" dirty="0">
                <a:solidFill>
                  <a:srgbClr val="5B6B7B"/>
                </a:solidFill>
                <a:latin typeface="Segoe UI" pitchFamily="34" charset="0"/>
                <a:ea typeface="Segoe UI" pitchFamily="34" charset="-122"/>
                <a:cs typeface="Segoe UI" pitchFamily="34" charset="-120"/>
              </a:rPr>
              <a:t>Basic prompt</a:t>
            </a:r>
            <a:endParaRPr lang="en-US" sz="1200" dirty="0"/>
          </a:p>
        </p:txBody>
      </p:sp>
      <p:sp>
        <p:nvSpPr>
          <p:cNvPr id="5" name="Text 3"/>
          <p:cNvSpPr/>
          <p:nvPr/>
        </p:nvSpPr>
        <p:spPr>
          <a:xfrm>
            <a:off x="685800" y="1481328"/>
            <a:ext cx="3566160" cy="731520"/>
          </a:xfrm>
          <a:prstGeom prst="rect">
            <a:avLst/>
          </a:prstGeom>
          <a:noFill/>
          <a:ln/>
        </p:spPr>
        <p:txBody>
          <a:bodyPr wrap="square" lIns="0" tIns="0" rIns="0" bIns="0" rtlCol="0" anchor="ctr"/>
          <a:lstStyle/>
          <a:p>
            <a:pPr marL="0" indent="0">
              <a:buNone/>
            </a:pPr>
            <a:r>
              <a:rPr lang="en-US" sz="1400" i="1" dirty="0">
                <a:solidFill>
                  <a:srgbClr val="1F2933"/>
                </a:solidFill>
                <a:latin typeface="Segoe UI" pitchFamily="34" charset="0"/>
                <a:ea typeface="Segoe UI" pitchFamily="34" charset="-122"/>
                <a:cs typeface="Segoe UI" pitchFamily="34" charset="-120"/>
              </a:rPr>
              <a:t>“Summarize this worksheet.”</a:t>
            </a:r>
            <a:endParaRPr lang="en-US" sz="1400" dirty="0"/>
          </a:p>
        </p:txBody>
      </p:sp>
      <p:sp>
        <p:nvSpPr>
          <p:cNvPr id="6" name="card">
            <a:extLst>
              <a:ext uri="{C183D7F6-B498-43B3-948B-1728B52AA6E4}">
                <adec:decorative xmlns:adec="http://schemas.microsoft.com/office/drawing/2017/decorative" val="1"/>
              </a:ext>
            </a:extLst>
          </p:cNvPr>
          <p:cNvSpPr/>
          <p:nvPr/>
        </p:nvSpPr>
        <p:spPr>
          <a:xfrm>
            <a:off x="4709160" y="1097280"/>
            <a:ext cx="3931920" cy="1188720"/>
          </a:xfrm>
          <a:prstGeom prst="rect">
            <a:avLst/>
          </a:prstGeom>
          <a:solidFill>
            <a:srgbClr val="1B3A5C"/>
          </a:solidFill>
          <a:ln/>
        </p:spPr>
        <p:txBody>
          <a:bodyPr/>
          <a:lstStyle/>
          <a:p>
            <a:endParaRPr lang="en-US"/>
          </a:p>
        </p:txBody>
      </p:sp>
      <p:sp>
        <p:nvSpPr>
          <p:cNvPr id="7" name="Text 5"/>
          <p:cNvSpPr/>
          <p:nvPr/>
        </p:nvSpPr>
        <p:spPr>
          <a:xfrm>
            <a:off x="4892040" y="1188720"/>
            <a:ext cx="3566160" cy="274320"/>
          </a:xfrm>
          <a:prstGeom prst="rect">
            <a:avLst/>
          </a:prstGeom>
          <a:noFill/>
          <a:ln/>
        </p:spPr>
        <p:txBody>
          <a:bodyPr wrap="square" lIns="0" tIns="0" rIns="0" bIns="0" rtlCol="0" anchor="ctr"/>
          <a:lstStyle/>
          <a:p>
            <a:pPr marL="0" indent="0">
              <a:buNone/>
            </a:pPr>
            <a:r>
              <a:rPr lang="en-US" sz="1200" b="1" dirty="0">
                <a:solidFill>
                  <a:srgbClr val="E39A2B"/>
                </a:solidFill>
                <a:latin typeface="Segoe UI" pitchFamily="34" charset="0"/>
                <a:ea typeface="Segoe UI" pitchFamily="34" charset="-122"/>
                <a:cs typeface="Segoe UI" pitchFamily="34" charset="-120"/>
              </a:rPr>
              <a:t>Advanced prompt</a:t>
            </a:r>
            <a:endParaRPr lang="en-US" sz="1200" dirty="0"/>
          </a:p>
        </p:txBody>
      </p:sp>
      <p:sp>
        <p:nvSpPr>
          <p:cNvPr id="8" name="Text 6"/>
          <p:cNvSpPr/>
          <p:nvPr/>
        </p:nvSpPr>
        <p:spPr>
          <a:xfrm>
            <a:off x="4892040" y="1481328"/>
            <a:ext cx="3566160" cy="731520"/>
          </a:xfrm>
          <a:prstGeom prst="rect">
            <a:avLst/>
          </a:prstGeom>
          <a:noFill/>
          <a:ln/>
        </p:spPr>
        <p:txBody>
          <a:bodyPr wrap="square" lIns="0" tIns="0" rIns="0" bIns="0" rtlCol="0" anchor="ctr"/>
          <a:lstStyle/>
          <a:p>
            <a:pPr marL="0" indent="0">
              <a:buNone/>
            </a:pPr>
            <a:r>
              <a:rPr lang="en-US" sz="1200" i="1" dirty="0">
                <a:solidFill>
                  <a:srgbClr val="FFFFFF"/>
                </a:solidFill>
                <a:latin typeface="Segoe UI" pitchFamily="34" charset="0"/>
                <a:ea typeface="Segoe UI" pitchFamily="34" charset="-122"/>
                <a:cs typeface="Segoe UI" pitchFamily="34" charset="-120"/>
              </a:rPr>
              <a:t>“Analyze spending trends by department over the past 12 months and identify increases exceeding 15%.”</a:t>
            </a:r>
            <a:endParaRPr lang="en-US" sz="1200" dirty="0"/>
          </a:p>
        </p:txBody>
      </p:sp>
      <p:sp>
        <p:nvSpPr>
          <p:cNvPr id="9" name="prompt card">
            <a:extLst>
              <a:ext uri="{C183D7F6-B498-43B3-948B-1728B52AA6E4}">
                <adec:decorative xmlns:adec="http://schemas.microsoft.com/office/drawing/2017/decorative" val="1"/>
              </a:ext>
            </a:extLst>
          </p:cNvPr>
          <p:cNvSpPr/>
          <p:nvPr/>
        </p:nvSpPr>
        <p:spPr>
          <a:xfrm>
            <a:off x="502920" y="2514600"/>
            <a:ext cx="8138160" cy="1188720"/>
          </a:xfrm>
          <a:prstGeom prst="rect">
            <a:avLst/>
          </a:prstGeom>
          <a:solidFill>
            <a:srgbClr val="EEF3F8"/>
          </a:solidFill>
          <a:ln/>
        </p:spPr>
        <p:txBody>
          <a:bodyPr/>
          <a:lstStyle/>
          <a:p>
            <a:endParaRPr lang="en-US"/>
          </a:p>
        </p:txBody>
      </p:sp>
      <p:sp>
        <p:nvSpPr>
          <p:cNvPr id="10" name="accent bar">
            <a:extLst>
              <a:ext uri="{C183D7F6-B498-43B3-948B-1728B52AA6E4}">
                <adec:decorative xmlns:adec="http://schemas.microsoft.com/office/drawing/2017/decorative" val="1"/>
              </a:ext>
            </a:extLst>
          </p:cNvPr>
          <p:cNvSpPr/>
          <p:nvPr/>
        </p:nvSpPr>
        <p:spPr>
          <a:xfrm>
            <a:off x="502920" y="2514600"/>
            <a:ext cx="82296" cy="1188720"/>
          </a:xfrm>
          <a:prstGeom prst="rect">
            <a:avLst/>
          </a:prstGeom>
          <a:solidFill>
            <a:srgbClr val="E39A2B"/>
          </a:solidFill>
          <a:ln/>
        </p:spPr>
        <p:txBody>
          <a:bodyPr/>
          <a:lstStyle/>
          <a:p>
            <a:endParaRPr lang="en-US"/>
          </a:p>
        </p:txBody>
      </p:sp>
      <p:sp>
        <p:nvSpPr>
          <p:cNvPr id="11" name="Text 9"/>
          <p:cNvSpPr/>
          <p:nvPr/>
        </p:nvSpPr>
        <p:spPr>
          <a:xfrm>
            <a:off x="731520" y="2587752"/>
            <a:ext cx="7772400" cy="256032"/>
          </a:xfrm>
          <a:prstGeom prst="rect">
            <a:avLst/>
          </a:prstGeom>
          <a:noFill/>
          <a:ln/>
        </p:spPr>
        <p:txBody>
          <a:bodyPr wrap="square" lIns="0" tIns="0" rIns="0" bIns="0" rtlCol="0" anchor="ctr"/>
          <a:lstStyle/>
          <a:p>
            <a:pPr marL="0" indent="0">
              <a:buNone/>
            </a:pPr>
            <a:r>
              <a:rPr lang="en-US" sz="1100" b="1" kern="0" spc="100" dirty="0">
                <a:solidFill>
                  <a:srgbClr val="2E6DA4"/>
                </a:solidFill>
                <a:latin typeface="Segoe UI" pitchFamily="34" charset="0"/>
                <a:ea typeface="Segoe UI" pitchFamily="34" charset="-122"/>
                <a:cs typeface="Segoe UI" pitchFamily="34" charset="-120"/>
              </a:rPr>
              <a:t>COPILOT IN EXCEL — LIVE DEMO PROMPT</a:t>
            </a:r>
            <a:endParaRPr lang="en-US" sz="1100" dirty="0"/>
          </a:p>
        </p:txBody>
      </p:sp>
      <p:sp>
        <p:nvSpPr>
          <p:cNvPr id="12" name="Text 10"/>
          <p:cNvSpPr/>
          <p:nvPr/>
        </p:nvSpPr>
        <p:spPr>
          <a:xfrm>
            <a:off x="731520" y="2843784"/>
            <a:ext cx="7772400" cy="786384"/>
          </a:xfrm>
          <a:prstGeom prst="rect">
            <a:avLst/>
          </a:prstGeom>
          <a:noFill/>
          <a:ln/>
        </p:spPr>
        <p:txBody>
          <a:bodyPr wrap="square" lIns="0" tIns="0" rIns="0" bIns="0" rtlCol="0" anchor="t"/>
          <a:lstStyle/>
          <a:p>
            <a:pPr marL="0" indent="0">
              <a:buNone/>
            </a:pPr>
            <a:r>
              <a:rPr lang="en-US" sz="1400" i="1" dirty="0">
                <a:solidFill>
                  <a:srgbClr val="1F2933"/>
                </a:solidFill>
                <a:latin typeface="Segoe UI" pitchFamily="34" charset="0"/>
                <a:ea typeface="Segoe UI" pitchFamily="34" charset="-122"/>
                <a:cs typeface="Segoe UI" pitchFamily="34" charset="-120"/>
              </a:rPr>
              <a:t>“Using the FY24–FY25 spending table, rank departments by year-over-year change in total spend, show the top five increases and the top five declines with percentages, and put the results in a new sheet.”</a:t>
            </a:r>
            <a:endParaRPr lang="en-US" sz="1400" dirty="0"/>
          </a:p>
        </p:txBody>
      </p:sp>
      <p:sp>
        <p:nvSpPr>
          <p:cNvPr id="13" name="Text 11"/>
          <p:cNvSpPr/>
          <p:nvPr/>
        </p:nvSpPr>
        <p:spPr>
          <a:xfrm>
            <a:off x="502920" y="3794760"/>
            <a:ext cx="8138160" cy="1005840"/>
          </a:xfrm>
          <a:prstGeom prst="rect">
            <a:avLst/>
          </a:prstGeom>
          <a:noFill/>
          <a:ln/>
        </p:spPr>
        <p:txBody>
          <a:bodyPr wrap="square" rtlCol="0" anchor="ctr"/>
          <a:lstStyle/>
          <a:p>
            <a:pPr marL="342900" indent="-342900">
              <a:spcAft>
                <a:spcPts val="400"/>
              </a:spcAft>
              <a:buSzPct val="100000"/>
              <a:buChar char="•"/>
            </a:pPr>
            <a:r>
              <a:rPr lang="en-US" sz="1300" dirty="0">
                <a:solidFill>
                  <a:srgbClr val="5B6B7B"/>
                </a:solidFill>
                <a:latin typeface="Segoe UI" pitchFamily="34" charset="0"/>
                <a:ea typeface="Segoe UI" pitchFamily="34" charset="-122"/>
                <a:cs typeface="Segoe UI" pitchFamily="34" charset="-120"/>
              </a:rPr>
              <a:t>Demo data: budget allocations, procurement spend, vendor utilization, asset inventory</a:t>
            </a:r>
            <a:endParaRPr lang="en-US" sz="1300" dirty="0"/>
          </a:p>
          <a:p>
            <a:pPr marL="342900" indent="-342900">
              <a:spcAft>
                <a:spcPts val="400"/>
              </a:spcAft>
              <a:buSzPct val="100000"/>
              <a:buChar char="•"/>
            </a:pPr>
            <a:r>
              <a:rPr lang="en-US" sz="1300" dirty="0">
                <a:solidFill>
                  <a:srgbClr val="5B6B7B"/>
                </a:solidFill>
                <a:latin typeface="Segoe UI" pitchFamily="34" charset="0"/>
                <a:ea typeface="Segoe UI" pitchFamily="34" charset="-122"/>
                <a:cs typeface="Segoe UI" pitchFamily="34" charset="-120"/>
              </a:rPr>
              <a:t>Teaching point: specific prompts produce far more actionable results than generic requests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02920" y="91440"/>
            <a:ext cx="8138160" cy="64008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Module 3 — Advanced Data Analysis</a:t>
            </a:r>
            <a:endParaRPr lang="en-US" sz="2400" dirty="0"/>
          </a:p>
        </p:txBody>
      </p:sp>
      <p:sp>
        <p:nvSpPr>
          <p:cNvPr id="3" name="Text 1"/>
          <p:cNvSpPr/>
          <p:nvPr/>
        </p:nvSpPr>
        <p:spPr>
          <a:xfrm>
            <a:off x="502920" y="1051560"/>
            <a:ext cx="8138160" cy="320040"/>
          </a:xfrm>
          <a:prstGeom prst="rect">
            <a:avLst/>
          </a:prstGeom>
          <a:noFill/>
          <a:ln/>
        </p:spPr>
        <p:txBody>
          <a:bodyPr wrap="square" lIns="0" tIns="0" rIns="0" bIns="0" rtlCol="0" anchor="ctr"/>
          <a:lstStyle/>
          <a:p>
            <a:pPr marL="0" indent="0">
              <a:buNone/>
            </a:pPr>
            <a:r>
              <a:rPr lang="en-US" sz="1300" dirty="0">
                <a:solidFill>
                  <a:srgbClr val="5B6B7B"/>
                </a:solidFill>
                <a:latin typeface="Segoe UI" pitchFamily="34" charset="0"/>
                <a:ea typeface="Segoe UI" pitchFamily="34" charset="-122"/>
                <a:cs typeface="Segoe UI" pitchFamily="34" charset="-120"/>
              </a:rPr>
              <a:t>Scenario: DGS procurement dataset — Agency, Vendor, Contract Type, Amount, Fiscal Year, Region</a:t>
            </a:r>
            <a:endParaRPr lang="en-US" sz="1300" dirty="0"/>
          </a:p>
        </p:txBody>
      </p:sp>
      <p:sp>
        <p:nvSpPr>
          <p:cNvPr id="4" name="prompt card">
            <a:extLst>
              <a:ext uri="{C183D7F6-B498-43B3-948B-1728B52AA6E4}">
                <adec:decorative xmlns:adec="http://schemas.microsoft.com/office/drawing/2017/decorative" val="1"/>
              </a:ext>
            </a:extLst>
          </p:cNvPr>
          <p:cNvSpPr/>
          <p:nvPr/>
        </p:nvSpPr>
        <p:spPr>
          <a:xfrm>
            <a:off x="502920" y="1463040"/>
            <a:ext cx="8138160" cy="1371600"/>
          </a:xfrm>
          <a:prstGeom prst="rect">
            <a:avLst/>
          </a:prstGeom>
          <a:solidFill>
            <a:srgbClr val="EEF3F8"/>
          </a:solidFill>
          <a:ln/>
        </p:spPr>
        <p:txBody>
          <a:bodyPr/>
          <a:lstStyle/>
          <a:p>
            <a:endParaRPr lang="en-US"/>
          </a:p>
        </p:txBody>
      </p:sp>
      <p:sp>
        <p:nvSpPr>
          <p:cNvPr id="5" name="accent bar">
            <a:extLst>
              <a:ext uri="{C183D7F6-B498-43B3-948B-1728B52AA6E4}">
                <adec:decorative xmlns:adec="http://schemas.microsoft.com/office/drawing/2017/decorative" val="1"/>
              </a:ext>
            </a:extLst>
          </p:cNvPr>
          <p:cNvSpPr/>
          <p:nvPr/>
        </p:nvSpPr>
        <p:spPr>
          <a:xfrm>
            <a:off x="502920" y="1463040"/>
            <a:ext cx="82296" cy="1371600"/>
          </a:xfrm>
          <a:prstGeom prst="rect">
            <a:avLst/>
          </a:prstGeom>
          <a:solidFill>
            <a:srgbClr val="E39A2B"/>
          </a:solidFill>
          <a:ln/>
        </p:spPr>
        <p:txBody>
          <a:bodyPr/>
          <a:lstStyle/>
          <a:p>
            <a:endParaRPr lang="en-US"/>
          </a:p>
        </p:txBody>
      </p:sp>
      <p:sp>
        <p:nvSpPr>
          <p:cNvPr id="6" name="Text 4"/>
          <p:cNvSpPr/>
          <p:nvPr/>
        </p:nvSpPr>
        <p:spPr>
          <a:xfrm>
            <a:off x="731520" y="1536192"/>
            <a:ext cx="7772400" cy="256032"/>
          </a:xfrm>
          <a:prstGeom prst="rect">
            <a:avLst/>
          </a:prstGeom>
          <a:noFill/>
          <a:ln/>
        </p:spPr>
        <p:txBody>
          <a:bodyPr wrap="square" lIns="0" tIns="0" rIns="0" bIns="0" rtlCol="0" anchor="ctr"/>
          <a:lstStyle/>
          <a:p>
            <a:pPr marL="0" indent="0">
              <a:buNone/>
            </a:pPr>
            <a:r>
              <a:rPr lang="en-US" sz="1100" b="1" kern="0" spc="100" dirty="0">
                <a:solidFill>
                  <a:srgbClr val="2E6DA4"/>
                </a:solidFill>
                <a:latin typeface="Segoe UI" pitchFamily="34" charset="0"/>
                <a:ea typeface="Segoe UI" pitchFamily="34" charset="-122"/>
                <a:cs typeface="Segoe UI" pitchFamily="34" charset="-120"/>
              </a:rPr>
              <a:t>COPILOT IN EXCEL — ANOMALY &amp; VARIANCE PROMPT</a:t>
            </a:r>
            <a:endParaRPr lang="en-US" sz="1100" dirty="0"/>
          </a:p>
        </p:txBody>
      </p:sp>
      <p:sp>
        <p:nvSpPr>
          <p:cNvPr id="7" name="Text 5"/>
          <p:cNvSpPr/>
          <p:nvPr/>
        </p:nvSpPr>
        <p:spPr>
          <a:xfrm>
            <a:off x="731520" y="1792224"/>
            <a:ext cx="7772400" cy="969264"/>
          </a:xfrm>
          <a:prstGeom prst="rect">
            <a:avLst/>
          </a:prstGeom>
          <a:noFill/>
          <a:ln/>
        </p:spPr>
        <p:txBody>
          <a:bodyPr wrap="square" lIns="0" tIns="0" rIns="0" bIns="0" rtlCol="0" anchor="t"/>
          <a:lstStyle/>
          <a:p>
            <a:pPr marL="0" indent="0">
              <a:buNone/>
            </a:pPr>
            <a:r>
              <a:rPr lang="en-US" sz="1400" i="1" dirty="0">
                <a:solidFill>
                  <a:srgbClr val="1F2933"/>
                </a:solidFill>
                <a:latin typeface="Segoe UI" pitchFamily="34" charset="0"/>
                <a:ea typeface="Segoe UI" pitchFamily="34" charset="-122"/>
                <a:cs typeface="Segoe UI" pitchFamily="34" charset="-120"/>
              </a:rPr>
              <a:t>“Compare FY2025 against FY2024 procurement spend by agency and contract type. Highlight variances greater than 20%, flag transactions that are unusually high versus similar purchases, and explain the likely drivers in plain language.”</a:t>
            </a:r>
            <a:endParaRPr lang="en-US" sz="1400" dirty="0"/>
          </a:p>
        </p:txBody>
      </p:sp>
      <p:sp>
        <p:nvSpPr>
          <p:cNvPr id="8" name="Text 6"/>
          <p:cNvSpPr/>
          <p:nvPr/>
        </p:nvSpPr>
        <p:spPr>
          <a:xfrm>
            <a:off x="502920" y="3017520"/>
            <a:ext cx="8138160" cy="777240"/>
          </a:xfrm>
          <a:prstGeom prst="rect">
            <a:avLst/>
          </a:prstGeom>
          <a:noFill/>
          <a:ln/>
        </p:spPr>
        <p:txBody>
          <a:bodyPr wrap="square" rtlCol="0" anchor="ctr"/>
          <a:lstStyle/>
          <a:p>
            <a:pPr marL="342900" indent="-342900">
              <a:spcAft>
                <a:spcPts val="400"/>
              </a:spcAft>
              <a:buSzPct val="100000"/>
              <a:buChar char="•"/>
            </a:pPr>
            <a:r>
              <a:rPr lang="en-US" sz="1300" dirty="0">
                <a:solidFill>
                  <a:srgbClr val="1F2933"/>
                </a:solidFill>
                <a:latin typeface="Segoe UI" pitchFamily="34" charset="0"/>
                <a:ea typeface="Segoe UI" pitchFamily="34" charset="-122"/>
                <a:cs typeface="Segoe UI" pitchFamily="34" charset="-120"/>
              </a:rPr>
              <a:t>Copilot detects statistical patterns and explains findings in plain language</a:t>
            </a:r>
            <a:endParaRPr lang="en-US" sz="1300" dirty="0"/>
          </a:p>
          <a:p>
            <a:pPr marL="342900" indent="-342900">
              <a:spcAft>
                <a:spcPts val="400"/>
              </a:spcAft>
              <a:buSzPct val="100000"/>
              <a:buChar char="•"/>
            </a:pPr>
            <a:r>
              <a:rPr lang="en-US" sz="1300" dirty="0">
                <a:solidFill>
                  <a:srgbClr val="1F2933"/>
                </a:solidFill>
                <a:latin typeface="Segoe UI" pitchFamily="34" charset="0"/>
                <a:ea typeface="Segoe UI" pitchFamily="34" charset="-122"/>
                <a:cs typeface="Segoe UI" pitchFamily="34" charset="-120"/>
              </a:rPr>
              <a:t>Surfaces anomalies and potential risk areas for follow-up</a:t>
            </a:r>
            <a:endParaRPr lang="en-US" sz="1300" dirty="0"/>
          </a:p>
        </p:txBody>
      </p:sp>
      <p:sp>
        <p:nvSpPr>
          <p:cNvPr id="9" name="Text 7"/>
          <p:cNvSpPr/>
          <p:nvPr/>
        </p:nvSpPr>
        <p:spPr>
          <a:xfrm>
            <a:off x="502920" y="3657600"/>
            <a:ext cx="8138160" cy="274320"/>
          </a:xfrm>
          <a:prstGeom prst="rect">
            <a:avLst/>
          </a:prstGeom>
          <a:noFill/>
          <a:ln/>
        </p:spPr>
        <p:txBody>
          <a:bodyPr wrap="square" lIns="0" tIns="0" rIns="0" bIns="0" rtlCol="0" anchor="ctr"/>
          <a:lstStyle/>
          <a:p>
            <a:pPr marL="0" indent="0">
              <a:buNone/>
            </a:pPr>
            <a:r>
              <a:rPr lang="en-US" sz="1200" b="1" dirty="0">
                <a:solidFill>
                  <a:srgbClr val="2E6DA4"/>
                </a:solidFill>
                <a:latin typeface="Segoe UI" pitchFamily="34" charset="0"/>
                <a:ea typeface="Segoe UI" pitchFamily="34" charset="-122"/>
                <a:cs typeface="Segoe UI" pitchFamily="34" charset="-120"/>
              </a:rPr>
              <a:t>Government use cases</a:t>
            </a:r>
            <a:endParaRPr lang="en-US" sz="1200" dirty="0"/>
          </a:p>
        </p:txBody>
      </p:sp>
      <p:sp>
        <p:nvSpPr>
          <p:cNvPr id="10" name="chip">
            <a:extLst>
              <a:ext uri="{C183D7F6-B498-43B3-948B-1728B52AA6E4}">
                <adec:decorative xmlns:adec="http://schemas.microsoft.com/office/drawing/2017/decorative" val="1"/>
              </a:ext>
            </a:extLst>
          </p:cNvPr>
          <p:cNvSpPr/>
          <p:nvPr/>
        </p:nvSpPr>
        <p:spPr>
          <a:xfrm>
            <a:off x="502920" y="3950208"/>
            <a:ext cx="2606040" cy="347472"/>
          </a:xfrm>
          <a:prstGeom prst="rect">
            <a:avLst/>
          </a:prstGeom>
          <a:solidFill>
            <a:srgbClr val="EEF3F8"/>
          </a:solidFill>
          <a:ln/>
        </p:spPr>
        <p:txBody>
          <a:bodyPr/>
          <a:lstStyle/>
          <a:p>
            <a:endParaRPr lang="en-US"/>
          </a:p>
        </p:txBody>
      </p:sp>
      <p:sp>
        <p:nvSpPr>
          <p:cNvPr id="11" name="Text 9"/>
          <p:cNvSpPr/>
          <p:nvPr/>
        </p:nvSpPr>
        <p:spPr>
          <a:xfrm>
            <a:off x="612648" y="3950208"/>
            <a:ext cx="2377440" cy="347472"/>
          </a:xfrm>
          <a:prstGeom prst="rect">
            <a:avLst/>
          </a:prstGeom>
          <a:noFill/>
          <a:ln/>
        </p:spPr>
        <p:txBody>
          <a:bodyPr wrap="square" lIns="0" tIns="0" rIns="0" bIns="0" rtlCol="0" anchor="ctr"/>
          <a:lstStyle/>
          <a:p>
            <a:pPr marL="0" indent="0">
              <a:buNone/>
            </a:pPr>
            <a:r>
              <a:rPr lang="en-US" sz="1200" dirty="0">
                <a:solidFill>
                  <a:srgbClr val="1F2933"/>
                </a:solidFill>
                <a:latin typeface="Segoe UI" pitchFamily="34" charset="0"/>
                <a:ea typeface="Segoe UI" pitchFamily="34" charset="-122"/>
                <a:cs typeface="Segoe UI" pitchFamily="34" charset="-120"/>
              </a:rPr>
              <a:t>Contract analysis</a:t>
            </a:r>
            <a:endParaRPr lang="en-US" sz="1200" dirty="0"/>
          </a:p>
        </p:txBody>
      </p:sp>
      <p:sp>
        <p:nvSpPr>
          <p:cNvPr id="12" name="chip">
            <a:extLst>
              <a:ext uri="{C183D7F6-B498-43B3-948B-1728B52AA6E4}">
                <adec:decorative xmlns:adec="http://schemas.microsoft.com/office/drawing/2017/decorative" val="1"/>
              </a:ext>
            </a:extLst>
          </p:cNvPr>
          <p:cNvSpPr/>
          <p:nvPr/>
        </p:nvSpPr>
        <p:spPr>
          <a:xfrm>
            <a:off x="3246120" y="3950208"/>
            <a:ext cx="2606040" cy="347472"/>
          </a:xfrm>
          <a:prstGeom prst="rect">
            <a:avLst/>
          </a:prstGeom>
          <a:solidFill>
            <a:srgbClr val="EEF3F8"/>
          </a:solidFill>
          <a:ln/>
        </p:spPr>
        <p:txBody>
          <a:bodyPr/>
          <a:lstStyle/>
          <a:p>
            <a:endParaRPr lang="en-US"/>
          </a:p>
        </p:txBody>
      </p:sp>
      <p:sp>
        <p:nvSpPr>
          <p:cNvPr id="13" name="Text 11"/>
          <p:cNvSpPr/>
          <p:nvPr/>
        </p:nvSpPr>
        <p:spPr>
          <a:xfrm>
            <a:off x="3355848" y="3950208"/>
            <a:ext cx="2377440" cy="347472"/>
          </a:xfrm>
          <a:prstGeom prst="rect">
            <a:avLst/>
          </a:prstGeom>
          <a:noFill/>
          <a:ln/>
        </p:spPr>
        <p:txBody>
          <a:bodyPr wrap="square" lIns="0" tIns="0" rIns="0" bIns="0" rtlCol="0" anchor="ctr"/>
          <a:lstStyle/>
          <a:p>
            <a:pPr marL="0" indent="0">
              <a:buNone/>
            </a:pPr>
            <a:r>
              <a:rPr lang="en-US" sz="1200" dirty="0">
                <a:solidFill>
                  <a:srgbClr val="1F2933"/>
                </a:solidFill>
                <a:latin typeface="Segoe UI" pitchFamily="34" charset="0"/>
                <a:ea typeface="Segoe UI" pitchFamily="34" charset="-122"/>
                <a:cs typeface="Segoe UI" pitchFamily="34" charset="-120"/>
              </a:rPr>
              <a:t>Budget oversight</a:t>
            </a:r>
            <a:endParaRPr lang="en-US" sz="1200" dirty="0"/>
          </a:p>
        </p:txBody>
      </p:sp>
      <p:sp>
        <p:nvSpPr>
          <p:cNvPr id="14" name="chip">
            <a:extLst>
              <a:ext uri="{C183D7F6-B498-43B3-948B-1728B52AA6E4}">
                <adec:decorative xmlns:adec="http://schemas.microsoft.com/office/drawing/2017/decorative" val="1"/>
              </a:ext>
            </a:extLst>
          </p:cNvPr>
          <p:cNvSpPr/>
          <p:nvPr/>
        </p:nvSpPr>
        <p:spPr>
          <a:xfrm>
            <a:off x="5989320" y="3950208"/>
            <a:ext cx="2606040" cy="347472"/>
          </a:xfrm>
          <a:prstGeom prst="rect">
            <a:avLst/>
          </a:prstGeom>
          <a:solidFill>
            <a:srgbClr val="EEF3F8"/>
          </a:solidFill>
          <a:ln/>
        </p:spPr>
        <p:txBody>
          <a:bodyPr/>
          <a:lstStyle/>
          <a:p>
            <a:endParaRPr lang="en-US"/>
          </a:p>
        </p:txBody>
      </p:sp>
      <p:sp>
        <p:nvSpPr>
          <p:cNvPr id="15" name="Text 13"/>
          <p:cNvSpPr/>
          <p:nvPr/>
        </p:nvSpPr>
        <p:spPr>
          <a:xfrm>
            <a:off x="6099048" y="3950208"/>
            <a:ext cx="2377440" cy="347472"/>
          </a:xfrm>
          <a:prstGeom prst="rect">
            <a:avLst/>
          </a:prstGeom>
          <a:noFill/>
          <a:ln/>
        </p:spPr>
        <p:txBody>
          <a:bodyPr wrap="square" lIns="0" tIns="0" rIns="0" bIns="0" rtlCol="0" anchor="ctr"/>
          <a:lstStyle/>
          <a:p>
            <a:pPr marL="0" indent="0">
              <a:buNone/>
            </a:pPr>
            <a:r>
              <a:rPr lang="en-US" sz="1200" dirty="0">
                <a:solidFill>
                  <a:srgbClr val="1F2933"/>
                </a:solidFill>
                <a:latin typeface="Segoe UI" pitchFamily="34" charset="0"/>
                <a:ea typeface="Segoe UI" pitchFamily="34" charset="-122"/>
                <a:cs typeface="Segoe UI" pitchFamily="34" charset="-120"/>
              </a:rPr>
              <a:t>Workforce planning</a:t>
            </a:r>
            <a:endParaRPr lang="en-US" sz="1200" dirty="0"/>
          </a:p>
        </p:txBody>
      </p:sp>
      <p:sp>
        <p:nvSpPr>
          <p:cNvPr id="16" name="chip">
            <a:extLst>
              <a:ext uri="{C183D7F6-B498-43B3-948B-1728B52AA6E4}">
                <adec:decorative xmlns:adec="http://schemas.microsoft.com/office/drawing/2017/decorative" val="1"/>
              </a:ext>
            </a:extLst>
          </p:cNvPr>
          <p:cNvSpPr/>
          <p:nvPr/>
        </p:nvSpPr>
        <p:spPr>
          <a:xfrm>
            <a:off x="502920" y="4352544"/>
            <a:ext cx="2606040" cy="347472"/>
          </a:xfrm>
          <a:prstGeom prst="rect">
            <a:avLst/>
          </a:prstGeom>
          <a:solidFill>
            <a:srgbClr val="EEF3F8"/>
          </a:solidFill>
          <a:ln/>
        </p:spPr>
        <p:txBody>
          <a:bodyPr/>
          <a:lstStyle/>
          <a:p>
            <a:endParaRPr lang="en-US"/>
          </a:p>
        </p:txBody>
      </p:sp>
      <p:sp>
        <p:nvSpPr>
          <p:cNvPr id="17" name="Text 15"/>
          <p:cNvSpPr/>
          <p:nvPr/>
        </p:nvSpPr>
        <p:spPr>
          <a:xfrm>
            <a:off x="612648" y="4352544"/>
            <a:ext cx="2377440" cy="347472"/>
          </a:xfrm>
          <a:prstGeom prst="rect">
            <a:avLst/>
          </a:prstGeom>
          <a:noFill/>
          <a:ln/>
        </p:spPr>
        <p:txBody>
          <a:bodyPr wrap="square" lIns="0" tIns="0" rIns="0" bIns="0" rtlCol="0" anchor="ctr"/>
          <a:lstStyle/>
          <a:p>
            <a:pPr marL="0" indent="0">
              <a:buNone/>
            </a:pPr>
            <a:r>
              <a:rPr lang="en-US" sz="1200" dirty="0">
                <a:solidFill>
                  <a:srgbClr val="1F2933"/>
                </a:solidFill>
                <a:latin typeface="Segoe UI" pitchFamily="34" charset="0"/>
                <a:ea typeface="Segoe UI" pitchFamily="34" charset="-122"/>
                <a:cs typeface="Segoe UI" pitchFamily="34" charset="-120"/>
              </a:rPr>
              <a:t>Fleet management</a:t>
            </a:r>
            <a:endParaRPr lang="en-US" sz="1200" dirty="0"/>
          </a:p>
        </p:txBody>
      </p:sp>
      <p:sp>
        <p:nvSpPr>
          <p:cNvPr id="18" name="chip">
            <a:extLst>
              <a:ext uri="{C183D7F6-B498-43B3-948B-1728B52AA6E4}">
                <adec:decorative xmlns:adec="http://schemas.microsoft.com/office/drawing/2017/decorative" val="1"/>
              </a:ext>
            </a:extLst>
          </p:cNvPr>
          <p:cNvSpPr/>
          <p:nvPr/>
        </p:nvSpPr>
        <p:spPr>
          <a:xfrm>
            <a:off x="3246120" y="4352544"/>
            <a:ext cx="2606040" cy="347472"/>
          </a:xfrm>
          <a:prstGeom prst="rect">
            <a:avLst/>
          </a:prstGeom>
          <a:solidFill>
            <a:srgbClr val="EEF3F8"/>
          </a:solidFill>
          <a:ln/>
        </p:spPr>
        <p:txBody>
          <a:bodyPr/>
          <a:lstStyle/>
          <a:p>
            <a:endParaRPr lang="en-US"/>
          </a:p>
        </p:txBody>
      </p:sp>
      <p:sp>
        <p:nvSpPr>
          <p:cNvPr id="19" name="Text 17"/>
          <p:cNvSpPr/>
          <p:nvPr/>
        </p:nvSpPr>
        <p:spPr>
          <a:xfrm>
            <a:off x="3355848" y="4352544"/>
            <a:ext cx="2377440" cy="347472"/>
          </a:xfrm>
          <a:prstGeom prst="rect">
            <a:avLst/>
          </a:prstGeom>
          <a:noFill/>
          <a:ln/>
        </p:spPr>
        <p:txBody>
          <a:bodyPr wrap="square" lIns="0" tIns="0" rIns="0" bIns="0" rtlCol="0" anchor="ctr"/>
          <a:lstStyle/>
          <a:p>
            <a:pPr marL="0" indent="0">
              <a:buNone/>
            </a:pPr>
            <a:r>
              <a:rPr lang="en-US" sz="1200" dirty="0">
                <a:solidFill>
                  <a:srgbClr val="1F2933"/>
                </a:solidFill>
                <a:latin typeface="Segoe UI" pitchFamily="34" charset="0"/>
                <a:ea typeface="Segoe UI" pitchFamily="34" charset="-122"/>
                <a:cs typeface="Segoe UI" pitchFamily="34" charset="-120"/>
              </a:rPr>
              <a:t>Facilities spend</a:t>
            </a:r>
            <a:endParaRPr lang="en-US" sz="1200" dirty="0"/>
          </a:p>
        </p:txBody>
      </p:sp>
      <p:sp>
        <p:nvSpPr>
          <p:cNvPr id="20" name="chip">
            <a:extLst>
              <a:ext uri="{C183D7F6-B498-43B3-948B-1728B52AA6E4}">
                <adec:decorative xmlns:adec="http://schemas.microsoft.com/office/drawing/2017/decorative" val="1"/>
              </a:ext>
            </a:extLst>
          </p:cNvPr>
          <p:cNvSpPr/>
          <p:nvPr/>
        </p:nvSpPr>
        <p:spPr>
          <a:xfrm>
            <a:off x="5989320" y="4352544"/>
            <a:ext cx="2606040" cy="347472"/>
          </a:xfrm>
          <a:prstGeom prst="rect">
            <a:avLst/>
          </a:prstGeom>
          <a:solidFill>
            <a:srgbClr val="EEF3F8"/>
          </a:solidFill>
          <a:ln/>
        </p:spPr>
        <p:txBody>
          <a:bodyPr/>
          <a:lstStyle/>
          <a:p>
            <a:endParaRPr lang="en-US"/>
          </a:p>
        </p:txBody>
      </p:sp>
      <p:sp>
        <p:nvSpPr>
          <p:cNvPr id="21" name="Text 19"/>
          <p:cNvSpPr/>
          <p:nvPr/>
        </p:nvSpPr>
        <p:spPr>
          <a:xfrm>
            <a:off x="6099048" y="4352544"/>
            <a:ext cx="2377440" cy="347472"/>
          </a:xfrm>
          <a:prstGeom prst="rect">
            <a:avLst/>
          </a:prstGeom>
          <a:noFill/>
          <a:ln/>
        </p:spPr>
        <p:txBody>
          <a:bodyPr wrap="square" lIns="0" tIns="0" rIns="0" bIns="0" rtlCol="0" anchor="ctr"/>
          <a:lstStyle/>
          <a:p>
            <a:pPr marL="0" indent="0">
              <a:buNone/>
            </a:pPr>
            <a:r>
              <a:rPr lang="en-US" sz="1200" dirty="0">
                <a:solidFill>
                  <a:srgbClr val="1F2933"/>
                </a:solidFill>
                <a:latin typeface="Segoe UI" pitchFamily="34" charset="0"/>
                <a:ea typeface="Segoe UI" pitchFamily="34" charset="-122"/>
                <a:cs typeface="Segoe UI" pitchFamily="34" charset="-120"/>
              </a:rPr>
              <a:t>Grant administration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02920" y="91440"/>
            <a:ext cx="8138160" cy="64008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Module 4 — Formula Creation &amp; Data Modeling</a:t>
            </a:r>
            <a:endParaRPr lang="en-US" sz="2400" dirty="0"/>
          </a:p>
        </p:txBody>
      </p:sp>
      <p:sp>
        <p:nvSpPr>
          <p:cNvPr id="3" name="Text 1"/>
          <p:cNvSpPr/>
          <p:nvPr/>
        </p:nvSpPr>
        <p:spPr>
          <a:xfrm>
            <a:off x="502920" y="1051560"/>
            <a:ext cx="8138160" cy="274320"/>
          </a:xfrm>
          <a:prstGeom prst="rect">
            <a:avLst/>
          </a:prstGeom>
          <a:noFill/>
          <a:ln/>
        </p:spPr>
        <p:txBody>
          <a:bodyPr wrap="square" lIns="0" tIns="0" rIns="0" bIns="0" rtlCol="0" anchor="ctr"/>
          <a:lstStyle/>
          <a:p>
            <a:pPr marL="0" indent="0">
              <a:buNone/>
            </a:pPr>
            <a:r>
              <a:rPr lang="en-US" sz="1400" dirty="0">
                <a:solidFill>
                  <a:srgbClr val="5B6B7B"/>
                </a:solidFill>
                <a:latin typeface="Segoe UI" pitchFamily="34" charset="0"/>
                <a:ea typeface="Segoe UI" pitchFamily="34" charset="-122"/>
                <a:cs typeface="Segoe UI" pitchFamily="34" charset="-120"/>
              </a:rPr>
              <a:t>Many Excel users know what they want to calculate — but not the exact formula.</a:t>
            </a:r>
            <a:endParaRPr lang="en-US" sz="1400" dirty="0"/>
          </a:p>
        </p:txBody>
      </p:sp>
      <p:sp>
        <p:nvSpPr>
          <p:cNvPr id="4" name="Text 2"/>
          <p:cNvSpPr/>
          <p:nvPr/>
        </p:nvSpPr>
        <p:spPr>
          <a:xfrm>
            <a:off x="502920" y="1463040"/>
            <a:ext cx="8138160" cy="1371600"/>
          </a:xfrm>
          <a:prstGeom prst="rect">
            <a:avLst/>
          </a:prstGeom>
          <a:noFill/>
          <a:ln/>
        </p:spPr>
        <p:txBody>
          <a:bodyPr wrap="square" rtlCol="0" anchor="ctr"/>
          <a:lstStyle/>
          <a:p>
            <a:pPr marL="342900" indent="-342900">
              <a:spcAft>
                <a:spcPts val="600"/>
              </a:spcAft>
              <a:buSzPct val="100000"/>
              <a:buChar char="•"/>
            </a:pPr>
            <a:r>
              <a:rPr lang="en-US" sz="1400" dirty="0">
                <a:solidFill>
                  <a:srgbClr val="1F2933"/>
                </a:solidFill>
                <a:latin typeface="Segoe UI" pitchFamily="34" charset="0"/>
                <a:ea typeface="Segoe UI" pitchFamily="34" charset="-122"/>
                <a:cs typeface="Segoe UI" pitchFamily="34" charset="-120"/>
              </a:rPr>
              <a:t>Percentage change between current and prior fiscal year</a:t>
            </a:r>
            <a:endParaRPr lang="en-US" sz="1400" dirty="0"/>
          </a:p>
          <a:p>
            <a:pPr marL="342900" indent="-342900">
              <a:spcAft>
                <a:spcPts val="600"/>
              </a:spcAft>
              <a:buSzPct val="100000"/>
              <a:buChar char="•"/>
            </a:pPr>
            <a:r>
              <a:rPr lang="en-US" sz="1400" dirty="0">
                <a:solidFill>
                  <a:srgbClr val="1F2933"/>
                </a:solidFill>
                <a:latin typeface="Segoe UI" pitchFamily="34" charset="0"/>
                <a:ea typeface="Segoe UI" pitchFamily="34" charset="-122"/>
                <a:cs typeface="Segoe UI" pitchFamily="34" charset="-120"/>
              </a:rPr>
              <a:t>Categorize spending into Low / Medium / High brackets</a:t>
            </a:r>
            <a:endParaRPr lang="en-US" sz="1400" dirty="0"/>
          </a:p>
          <a:p>
            <a:pPr marL="342900" indent="-342900">
              <a:spcAft>
                <a:spcPts val="600"/>
              </a:spcAft>
              <a:buSzPct val="100000"/>
              <a:buChar char="•"/>
            </a:pPr>
            <a:r>
              <a:rPr lang="en-US" sz="1400" dirty="0">
                <a:solidFill>
                  <a:srgbClr val="1F2933"/>
                </a:solidFill>
                <a:latin typeface="Segoe UI" pitchFamily="34" charset="0"/>
                <a:ea typeface="Segoe UI" pitchFamily="34" charset="-122"/>
                <a:cs typeface="Segoe UI" pitchFamily="34" charset="-120"/>
              </a:rPr>
              <a:t>Explain what an existing nested IF formula does</a:t>
            </a:r>
            <a:endParaRPr lang="en-US" sz="1400" dirty="0"/>
          </a:p>
          <a:p>
            <a:pPr marL="342900" indent="-342900">
              <a:spcAft>
                <a:spcPts val="600"/>
              </a:spcAft>
              <a:buSzPct val="100000"/>
              <a:buChar char="•"/>
            </a:pPr>
            <a:r>
              <a:rPr lang="en-US" sz="1400" dirty="0">
                <a:solidFill>
                  <a:srgbClr val="1F2933"/>
                </a:solidFill>
                <a:latin typeface="Segoe UI" pitchFamily="34" charset="0"/>
                <a:ea typeface="Segoe UI" pitchFamily="34" charset="-122"/>
                <a:cs typeface="Segoe UI" pitchFamily="34" charset="-120"/>
              </a:rPr>
              <a:t>Convert a VLOOKUP to XLOOKUP</a:t>
            </a:r>
            <a:endParaRPr lang="en-US" sz="1400" dirty="0"/>
          </a:p>
        </p:txBody>
      </p:sp>
      <p:sp>
        <p:nvSpPr>
          <p:cNvPr id="5" name="prompt card">
            <a:extLst>
              <a:ext uri="{C183D7F6-B498-43B3-948B-1728B52AA6E4}">
                <adec:decorative xmlns:adec="http://schemas.microsoft.com/office/drawing/2017/decorative" val="1"/>
              </a:ext>
            </a:extLst>
          </p:cNvPr>
          <p:cNvSpPr/>
          <p:nvPr/>
        </p:nvSpPr>
        <p:spPr>
          <a:xfrm>
            <a:off x="502920" y="2926080"/>
            <a:ext cx="8138160" cy="1143000"/>
          </a:xfrm>
          <a:prstGeom prst="rect">
            <a:avLst/>
          </a:prstGeom>
          <a:solidFill>
            <a:srgbClr val="EEF3F8"/>
          </a:solidFill>
          <a:ln/>
        </p:spPr>
        <p:txBody>
          <a:bodyPr/>
          <a:lstStyle/>
          <a:p>
            <a:endParaRPr lang="en-US"/>
          </a:p>
        </p:txBody>
      </p:sp>
      <p:sp>
        <p:nvSpPr>
          <p:cNvPr id="6" name="accent bar">
            <a:extLst>
              <a:ext uri="{C183D7F6-B498-43B3-948B-1728B52AA6E4}">
                <adec:decorative xmlns:adec="http://schemas.microsoft.com/office/drawing/2017/decorative" val="1"/>
              </a:ext>
            </a:extLst>
          </p:cNvPr>
          <p:cNvSpPr/>
          <p:nvPr/>
        </p:nvSpPr>
        <p:spPr>
          <a:xfrm>
            <a:off x="502920" y="2926080"/>
            <a:ext cx="82296" cy="1143000"/>
          </a:xfrm>
          <a:prstGeom prst="rect">
            <a:avLst/>
          </a:prstGeom>
          <a:solidFill>
            <a:srgbClr val="E39A2B"/>
          </a:solidFill>
          <a:ln/>
        </p:spPr>
        <p:txBody>
          <a:bodyPr/>
          <a:lstStyle/>
          <a:p>
            <a:endParaRPr lang="en-US"/>
          </a:p>
        </p:txBody>
      </p:sp>
      <p:sp>
        <p:nvSpPr>
          <p:cNvPr id="7" name="Text 5"/>
          <p:cNvSpPr/>
          <p:nvPr/>
        </p:nvSpPr>
        <p:spPr>
          <a:xfrm>
            <a:off x="731520" y="2999232"/>
            <a:ext cx="7772400" cy="256032"/>
          </a:xfrm>
          <a:prstGeom prst="rect">
            <a:avLst/>
          </a:prstGeom>
          <a:noFill/>
          <a:ln/>
        </p:spPr>
        <p:txBody>
          <a:bodyPr wrap="square" lIns="0" tIns="0" rIns="0" bIns="0" rtlCol="0" anchor="ctr"/>
          <a:lstStyle/>
          <a:p>
            <a:pPr marL="0" indent="0">
              <a:buNone/>
            </a:pPr>
            <a:r>
              <a:rPr lang="en-US" sz="1100" b="1" kern="0" spc="100" dirty="0">
                <a:solidFill>
                  <a:srgbClr val="2E6DA4"/>
                </a:solidFill>
                <a:latin typeface="Segoe UI" pitchFamily="34" charset="0"/>
                <a:ea typeface="Segoe UI" pitchFamily="34" charset="-122"/>
                <a:cs typeface="Segoe UI" pitchFamily="34" charset="-120"/>
              </a:rPr>
              <a:t>COPILOT IN EXCEL — FORMULA PROMPT</a:t>
            </a:r>
            <a:endParaRPr lang="en-US" sz="1100" dirty="0"/>
          </a:p>
        </p:txBody>
      </p:sp>
      <p:sp>
        <p:nvSpPr>
          <p:cNvPr id="8" name="Text 6"/>
          <p:cNvSpPr/>
          <p:nvPr/>
        </p:nvSpPr>
        <p:spPr>
          <a:xfrm>
            <a:off x="731520" y="3255264"/>
            <a:ext cx="7772400" cy="740664"/>
          </a:xfrm>
          <a:prstGeom prst="rect">
            <a:avLst/>
          </a:prstGeom>
          <a:noFill/>
          <a:ln/>
        </p:spPr>
        <p:txBody>
          <a:bodyPr wrap="square" lIns="0" tIns="0" rIns="0" bIns="0" rtlCol="0" anchor="t"/>
          <a:lstStyle/>
          <a:p>
            <a:pPr marL="0" indent="0">
              <a:buNone/>
            </a:pPr>
            <a:r>
              <a:rPr lang="en-US" sz="1400" i="1" dirty="0">
                <a:solidFill>
                  <a:srgbClr val="1F2933"/>
                </a:solidFill>
                <a:latin typeface="Segoe UI" pitchFamily="34" charset="0"/>
                <a:ea typeface="Segoe UI" pitchFamily="34" charset="-122"/>
                <a:cs typeface="Segoe UI" pitchFamily="34" charset="-120"/>
              </a:rPr>
              <a:t>“Add a column that flags any contract whose end date falls within the next 90 days as ‘Expiring’, otherwise ‘Active’ — then explain the formula step by step so I can adjust the threshold later.”</a:t>
            </a:r>
            <a:endParaRPr lang="en-US" sz="1400" dirty="0"/>
          </a:p>
        </p:txBody>
      </p:sp>
      <p:sp>
        <p:nvSpPr>
          <p:cNvPr id="9" name="Text 7"/>
          <p:cNvSpPr/>
          <p:nvPr/>
        </p:nvSpPr>
        <p:spPr>
          <a:xfrm>
            <a:off x="502920" y="4206240"/>
            <a:ext cx="8138160" cy="365760"/>
          </a:xfrm>
          <a:prstGeom prst="rect">
            <a:avLst/>
          </a:prstGeom>
          <a:noFill/>
          <a:ln/>
        </p:spPr>
        <p:txBody>
          <a:bodyPr wrap="square" lIns="0" tIns="0" rIns="0" bIns="0" rtlCol="0" anchor="ctr"/>
          <a:lstStyle/>
          <a:p>
            <a:pPr marL="0" indent="0">
              <a:buNone/>
            </a:pPr>
            <a:r>
              <a:rPr lang="en-US" sz="1300" b="1" dirty="0">
                <a:solidFill>
                  <a:srgbClr val="2E6DA4"/>
                </a:solidFill>
                <a:latin typeface="Segoe UI" pitchFamily="34" charset="0"/>
                <a:ea typeface="Segoe UI" pitchFamily="34" charset="-122"/>
                <a:cs typeface="Segoe UI" pitchFamily="34" charset="-120"/>
              </a:rPr>
              <a:t>Copilot acts as both formula generator and formula tutor.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02920" y="91440"/>
            <a:ext cx="8138160" cy="64008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Module 5 — Visualizations, Dashboards &amp; Reporting</a:t>
            </a:r>
            <a:endParaRPr lang="en-US" sz="2400" dirty="0"/>
          </a:p>
        </p:txBody>
      </p:sp>
      <p:sp>
        <p:nvSpPr>
          <p:cNvPr id="3" name="Text 1"/>
          <p:cNvSpPr/>
          <p:nvPr/>
        </p:nvSpPr>
        <p:spPr>
          <a:xfrm>
            <a:off x="502920" y="1097280"/>
            <a:ext cx="8138160" cy="1463040"/>
          </a:xfrm>
          <a:prstGeom prst="rect">
            <a:avLst/>
          </a:prstGeom>
          <a:noFill/>
          <a:ln/>
        </p:spPr>
        <p:txBody>
          <a:bodyPr wrap="square" rtlCol="0" anchor="ctr"/>
          <a:lstStyle/>
          <a:p>
            <a:pPr marL="342900" indent="-342900">
              <a:spcAft>
                <a:spcPts val="600"/>
              </a:spcAft>
              <a:buSzPct val="100000"/>
              <a:buChar char="•"/>
            </a:pPr>
            <a:r>
              <a:rPr lang="en-US" sz="1500" dirty="0">
                <a:solidFill>
                  <a:srgbClr val="1F2933"/>
                </a:solidFill>
                <a:latin typeface="Segoe UI" pitchFamily="34" charset="0"/>
                <a:ea typeface="Segoe UI" pitchFamily="34" charset="-122"/>
                <a:cs typeface="Segoe UI" pitchFamily="34" charset="-120"/>
              </a:rPr>
              <a:t>Charts and pivot-based summaries generated from a prompt</a:t>
            </a:r>
            <a:endParaRPr lang="en-US" sz="1500" dirty="0"/>
          </a:p>
          <a:p>
            <a:pPr marL="342900" indent="-342900">
              <a:spcAft>
                <a:spcPts val="600"/>
              </a:spcAft>
              <a:buSzPct val="100000"/>
              <a:buChar char="•"/>
            </a:pPr>
            <a:r>
              <a:rPr lang="en-US" sz="1500" dirty="0">
                <a:solidFill>
                  <a:srgbClr val="1F2933"/>
                </a:solidFill>
                <a:latin typeface="Segoe UI" pitchFamily="34" charset="0"/>
                <a:ea typeface="Segoe UI" pitchFamily="34" charset="-122"/>
                <a:cs typeface="Segoe UI" pitchFamily="34" charset="-120"/>
              </a:rPr>
              <a:t>Executive insights and trend visualizations</a:t>
            </a:r>
            <a:endParaRPr lang="en-US" sz="1500" dirty="0"/>
          </a:p>
          <a:p>
            <a:pPr marL="342900" indent="-342900">
              <a:spcAft>
                <a:spcPts val="600"/>
              </a:spcAft>
              <a:buSzPct val="100000"/>
              <a:buChar char="•"/>
            </a:pPr>
            <a:r>
              <a:rPr lang="en-US" sz="1500" dirty="0">
                <a:solidFill>
                  <a:srgbClr val="1F2933"/>
                </a:solidFill>
                <a:latin typeface="Segoe UI" pitchFamily="34" charset="0"/>
                <a:ea typeface="Segoe UI" pitchFamily="34" charset="-122"/>
                <a:cs typeface="Segoe UI" pitchFamily="34" charset="-120"/>
              </a:rPr>
              <a:t>Recommended visuals for communicating spending trends</a:t>
            </a:r>
            <a:endParaRPr lang="en-US" sz="1500" dirty="0"/>
          </a:p>
          <a:p>
            <a:pPr marL="342900" indent="-342900">
              <a:spcAft>
                <a:spcPts val="600"/>
              </a:spcAft>
              <a:buSzPct val="100000"/>
              <a:buChar char="•"/>
            </a:pPr>
            <a:r>
              <a:rPr lang="en-US" sz="1500" dirty="0">
                <a:solidFill>
                  <a:srgbClr val="1F2933"/>
                </a:solidFill>
                <a:latin typeface="Segoe UI" pitchFamily="34" charset="0"/>
                <a:ea typeface="Segoe UI" pitchFamily="34" charset="-122"/>
                <a:cs typeface="Segoe UI" pitchFamily="34" charset="-120"/>
              </a:rPr>
              <a:t>KPI summaries that surface performance concerns</a:t>
            </a:r>
            <a:endParaRPr lang="en-US" sz="1500" dirty="0"/>
          </a:p>
        </p:txBody>
      </p:sp>
      <p:sp>
        <p:nvSpPr>
          <p:cNvPr id="4" name="prompt card">
            <a:extLst>
              <a:ext uri="{C183D7F6-B498-43B3-948B-1728B52AA6E4}">
                <adec:decorative xmlns:adec="http://schemas.microsoft.com/office/drawing/2017/decorative" val="1"/>
              </a:ext>
            </a:extLst>
          </p:cNvPr>
          <p:cNvSpPr/>
          <p:nvPr/>
        </p:nvSpPr>
        <p:spPr>
          <a:xfrm>
            <a:off x="502920" y="2697480"/>
            <a:ext cx="8138160" cy="1188720"/>
          </a:xfrm>
          <a:prstGeom prst="rect">
            <a:avLst/>
          </a:prstGeom>
          <a:solidFill>
            <a:srgbClr val="EEF3F8"/>
          </a:solidFill>
          <a:ln/>
        </p:spPr>
        <p:txBody>
          <a:bodyPr/>
          <a:lstStyle/>
          <a:p>
            <a:endParaRPr lang="en-US"/>
          </a:p>
        </p:txBody>
      </p:sp>
      <p:sp>
        <p:nvSpPr>
          <p:cNvPr id="5" name="accent bar">
            <a:extLst>
              <a:ext uri="{C183D7F6-B498-43B3-948B-1728B52AA6E4}">
                <adec:decorative xmlns:adec="http://schemas.microsoft.com/office/drawing/2017/decorative" val="1"/>
              </a:ext>
            </a:extLst>
          </p:cNvPr>
          <p:cNvSpPr/>
          <p:nvPr/>
        </p:nvSpPr>
        <p:spPr>
          <a:xfrm>
            <a:off x="502920" y="2697480"/>
            <a:ext cx="82296" cy="1188720"/>
          </a:xfrm>
          <a:prstGeom prst="rect">
            <a:avLst/>
          </a:prstGeom>
          <a:solidFill>
            <a:srgbClr val="E39A2B"/>
          </a:solidFill>
          <a:ln/>
        </p:spPr>
        <p:txBody>
          <a:bodyPr/>
          <a:lstStyle/>
          <a:p>
            <a:endParaRPr lang="en-US"/>
          </a:p>
        </p:txBody>
      </p:sp>
      <p:sp>
        <p:nvSpPr>
          <p:cNvPr id="6" name="Text 4"/>
          <p:cNvSpPr/>
          <p:nvPr/>
        </p:nvSpPr>
        <p:spPr>
          <a:xfrm>
            <a:off x="731520" y="2770632"/>
            <a:ext cx="7772400" cy="256032"/>
          </a:xfrm>
          <a:prstGeom prst="rect">
            <a:avLst/>
          </a:prstGeom>
          <a:noFill/>
          <a:ln/>
        </p:spPr>
        <p:txBody>
          <a:bodyPr wrap="square" lIns="0" tIns="0" rIns="0" bIns="0" rtlCol="0" anchor="ctr"/>
          <a:lstStyle/>
          <a:p>
            <a:pPr marL="0" indent="0">
              <a:buNone/>
            </a:pPr>
            <a:r>
              <a:rPr lang="en-US" sz="1100" b="1" kern="0" spc="100" dirty="0">
                <a:solidFill>
                  <a:srgbClr val="2E6DA4"/>
                </a:solidFill>
                <a:latin typeface="Segoe UI" pitchFamily="34" charset="0"/>
                <a:ea typeface="Segoe UI" pitchFamily="34" charset="-122"/>
                <a:cs typeface="Segoe UI" pitchFamily="34" charset="-120"/>
              </a:rPr>
              <a:t>COPILOT IN EXCEL — REPORTING PROMPT</a:t>
            </a:r>
            <a:endParaRPr lang="en-US" sz="1100" dirty="0"/>
          </a:p>
        </p:txBody>
      </p:sp>
      <p:sp>
        <p:nvSpPr>
          <p:cNvPr id="7" name="Text 5"/>
          <p:cNvSpPr/>
          <p:nvPr/>
        </p:nvSpPr>
        <p:spPr>
          <a:xfrm>
            <a:off x="731520" y="3026664"/>
            <a:ext cx="7772400" cy="786384"/>
          </a:xfrm>
          <a:prstGeom prst="rect">
            <a:avLst/>
          </a:prstGeom>
          <a:noFill/>
          <a:ln/>
        </p:spPr>
        <p:txBody>
          <a:bodyPr wrap="square" lIns="0" tIns="0" rIns="0" bIns="0" rtlCol="0" anchor="t"/>
          <a:lstStyle/>
          <a:p>
            <a:pPr marL="0" indent="0">
              <a:buNone/>
            </a:pPr>
            <a:r>
              <a:rPr lang="en-US" sz="1400" i="1" dirty="0">
                <a:solidFill>
                  <a:srgbClr val="1F2933"/>
                </a:solidFill>
                <a:latin typeface="Segoe UI" pitchFamily="34" charset="0"/>
                <a:ea typeface="Segoe UI" pitchFamily="34" charset="-122"/>
                <a:cs typeface="Segoe UI" pitchFamily="34" charset="-120"/>
              </a:rPr>
              <a:t>“Summarize the top spending insights for executive leadership: create a chart comparing expenditures by region, list the three most significant trends, and write a five-sentence summary I can paste into a briefing.”</a:t>
            </a:r>
            <a:endParaRPr lang="en-US" sz="1400" dirty="0"/>
          </a:p>
        </p:txBody>
      </p:sp>
      <p:sp>
        <p:nvSpPr>
          <p:cNvPr id="8" name="Text 6"/>
          <p:cNvSpPr/>
          <p:nvPr/>
        </p:nvSpPr>
        <p:spPr>
          <a:xfrm>
            <a:off x="502920" y="4114800"/>
            <a:ext cx="8138160" cy="365760"/>
          </a:xfrm>
          <a:prstGeom prst="rect">
            <a:avLst/>
          </a:prstGeom>
          <a:noFill/>
          <a:ln/>
        </p:spPr>
        <p:txBody>
          <a:bodyPr wrap="square" lIns="0" tIns="0" rIns="0" bIns="0" rtlCol="0" anchor="ctr"/>
          <a:lstStyle/>
          <a:p>
            <a:pPr marL="0" indent="0">
              <a:buNone/>
            </a:pPr>
            <a:r>
              <a:rPr lang="en-US" sz="1300" b="1" dirty="0">
                <a:solidFill>
                  <a:srgbClr val="2E6DA4"/>
                </a:solidFill>
                <a:latin typeface="Segoe UI" pitchFamily="34" charset="0"/>
                <a:ea typeface="Segoe UI" pitchFamily="34" charset="-122"/>
                <a:cs typeface="Segoe UI" pitchFamily="34" charset="-120"/>
              </a:rPr>
              <a:t>Outcome: participants see how Copilot accelerates executive reporting preparation.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02920" y="91440"/>
            <a:ext cx="8138160" cy="64008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Module 6 — Prompt Engineering Workshop</a:t>
            </a:r>
            <a:endParaRPr lang="en-US" sz="2400" dirty="0"/>
          </a:p>
        </p:txBody>
      </p:sp>
      <p:sp>
        <p:nvSpPr>
          <p:cNvPr id="3" name="card">
            <a:extLst>
              <a:ext uri="{C183D7F6-B498-43B3-948B-1728B52AA6E4}">
                <adec:decorative xmlns:adec="http://schemas.microsoft.com/office/drawing/2017/decorative" val="1"/>
              </a:ext>
            </a:extLst>
          </p:cNvPr>
          <p:cNvSpPr/>
          <p:nvPr/>
        </p:nvSpPr>
        <p:spPr>
          <a:xfrm>
            <a:off x="502920" y="1097280"/>
            <a:ext cx="2606040" cy="960120"/>
          </a:xfrm>
          <a:prstGeom prst="rect">
            <a:avLst/>
          </a:prstGeom>
          <a:solidFill>
            <a:srgbClr val="1B3A5C"/>
          </a:solidFill>
          <a:ln/>
        </p:spPr>
        <p:txBody>
          <a:bodyPr/>
          <a:lstStyle/>
          <a:p>
            <a:endParaRPr lang="en-US"/>
          </a:p>
        </p:txBody>
      </p:sp>
      <p:sp>
        <p:nvSpPr>
          <p:cNvPr id="4" name="Text 2"/>
          <p:cNvSpPr/>
          <p:nvPr/>
        </p:nvSpPr>
        <p:spPr>
          <a:xfrm>
            <a:off x="667512" y="1207008"/>
            <a:ext cx="2286000" cy="274320"/>
          </a:xfrm>
          <a:prstGeom prst="rect">
            <a:avLst/>
          </a:prstGeom>
          <a:noFill/>
          <a:ln/>
        </p:spPr>
        <p:txBody>
          <a:bodyPr wrap="square" lIns="0" tIns="0" rIns="0" bIns="0" rtlCol="0" anchor="ctr"/>
          <a:lstStyle/>
          <a:p>
            <a:pPr marL="0" indent="0">
              <a:buNone/>
            </a:pPr>
            <a:r>
              <a:rPr lang="en-US" sz="1400" b="1" dirty="0">
                <a:solidFill>
                  <a:srgbClr val="E39A2B"/>
                </a:solidFill>
                <a:latin typeface="Segoe UI" pitchFamily="34" charset="0"/>
                <a:ea typeface="Segoe UI" pitchFamily="34" charset="-122"/>
                <a:cs typeface="Segoe UI" pitchFamily="34" charset="-120"/>
              </a:rPr>
              <a:t>Context</a:t>
            </a:r>
            <a:endParaRPr lang="en-US" sz="1400" dirty="0"/>
          </a:p>
        </p:txBody>
      </p:sp>
      <p:sp>
        <p:nvSpPr>
          <p:cNvPr id="5" name="Text 3"/>
          <p:cNvSpPr/>
          <p:nvPr/>
        </p:nvSpPr>
        <p:spPr>
          <a:xfrm>
            <a:off x="667512" y="1499616"/>
            <a:ext cx="2286000" cy="457200"/>
          </a:xfrm>
          <a:prstGeom prst="rect">
            <a:avLst/>
          </a:prstGeom>
          <a:noFill/>
          <a:ln/>
        </p:spPr>
        <p:txBody>
          <a:bodyPr wrap="square" lIns="0" tIns="0" rIns="0" bIns="0" rtlCol="0" anchor="ctr"/>
          <a:lstStyle/>
          <a:p>
            <a:pPr marL="0" indent="0">
              <a:buNone/>
            </a:pPr>
            <a:r>
              <a:rPr lang="en-US" sz="1200" dirty="0">
                <a:solidFill>
                  <a:srgbClr val="FFFFFF"/>
                </a:solidFill>
                <a:latin typeface="Segoe UI" pitchFamily="34" charset="0"/>
                <a:ea typeface="Segoe UI" pitchFamily="34" charset="-122"/>
                <a:cs typeface="Segoe UI" pitchFamily="34" charset="-120"/>
              </a:rPr>
              <a:t>What data is being analyzed?</a:t>
            </a:r>
            <a:endParaRPr lang="en-US" sz="1200" dirty="0"/>
          </a:p>
        </p:txBody>
      </p:sp>
      <p:sp>
        <p:nvSpPr>
          <p:cNvPr id="6" name="card">
            <a:extLst>
              <a:ext uri="{C183D7F6-B498-43B3-948B-1728B52AA6E4}">
                <adec:decorative xmlns:adec="http://schemas.microsoft.com/office/drawing/2017/decorative" val="1"/>
              </a:ext>
            </a:extLst>
          </p:cNvPr>
          <p:cNvSpPr/>
          <p:nvPr/>
        </p:nvSpPr>
        <p:spPr>
          <a:xfrm>
            <a:off x="3246120" y="1097280"/>
            <a:ext cx="2606040" cy="960120"/>
          </a:xfrm>
          <a:prstGeom prst="rect">
            <a:avLst/>
          </a:prstGeom>
          <a:solidFill>
            <a:srgbClr val="1B3A5C"/>
          </a:solidFill>
          <a:ln/>
        </p:spPr>
        <p:txBody>
          <a:bodyPr/>
          <a:lstStyle/>
          <a:p>
            <a:endParaRPr lang="en-US"/>
          </a:p>
        </p:txBody>
      </p:sp>
      <p:sp>
        <p:nvSpPr>
          <p:cNvPr id="7" name="Text 5"/>
          <p:cNvSpPr/>
          <p:nvPr/>
        </p:nvSpPr>
        <p:spPr>
          <a:xfrm>
            <a:off x="3410712" y="1207008"/>
            <a:ext cx="2286000" cy="274320"/>
          </a:xfrm>
          <a:prstGeom prst="rect">
            <a:avLst/>
          </a:prstGeom>
          <a:noFill/>
          <a:ln/>
        </p:spPr>
        <p:txBody>
          <a:bodyPr wrap="square" lIns="0" tIns="0" rIns="0" bIns="0" rtlCol="0" anchor="ctr"/>
          <a:lstStyle/>
          <a:p>
            <a:pPr marL="0" indent="0">
              <a:buNone/>
            </a:pPr>
            <a:r>
              <a:rPr lang="en-US" sz="1400" b="1" dirty="0">
                <a:solidFill>
                  <a:srgbClr val="E39A2B"/>
                </a:solidFill>
                <a:latin typeface="Segoe UI" pitchFamily="34" charset="0"/>
                <a:ea typeface="Segoe UI" pitchFamily="34" charset="-122"/>
                <a:cs typeface="Segoe UI" pitchFamily="34" charset="-120"/>
              </a:rPr>
              <a:t>Task</a:t>
            </a:r>
            <a:endParaRPr lang="en-US" sz="1400" dirty="0"/>
          </a:p>
        </p:txBody>
      </p:sp>
      <p:sp>
        <p:nvSpPr>
          <p:cNvPr id="8" name="Text 6"/>
          <p:cNvSpPr/>
          <p:nvPr/>
        </p:nvSpPr>
        <p:spPr>
          <a:xfrm>
            <a:off x="3410712" y="1499616"/>
            <a:ext cx="2286000" cy="457200"/>
          </a:xfrm>
          <a:prstGeom prst="rect">
            <a:avLst/>
          </a:prstGeom>
          <a:noFill/>
          <a:ln/>
        </p:spPr>
        <p:txBody>
          <a:bodyPr wrap="square" lIns="0" tIns="0" rIns="0" bIns="0" rtlCol="0" anchor="ctr"/>
          <a:lstStyle/>
          <a:p>
            <a:pPr marL="0" indent="0">
              <a:buNone/>
            </a:pPr>
            <a:r>
              <a:rPr lang="en-US" sz="1200" dirty="0">
                <a:solidFill>
                  <a:srgbClr val="FFFFFF"/>
                </a:solidFill>
                <a:latin typeface="Segoe UI" pitchFamily="34" charset="0"/>
                <a:ea typeface="Segoe UI" pitchFamily="34" charset="-122"/>
                <a:cs typeface="Segoe UI" pitchFamily="34" charset="-120"/>
              </a:rPr>
              <a:t>What should Copilot do?</a:t>
            </a:r>
            <a:endParaRPr lang="en-US" sz="1200" dirty="0"/>
          </a:p>
        </p:txBody>
      </p:sp>
      <p:sp>
        <p:nvSpPr>
          <p:cNvPr id="9" name="card">
            <a:extLst>
              <a:ext uri="{C183D7F6-B498-43B3-948B-1728B52AA6E4}">
                <adec:decorative xmlns:adec="http://schemas.microsoft.com/office/drawing/2017/decorative" val="1"/>
              </a:ext>
            </a:extLst>
          </p:cNvPr>
          <p:cNvSpPr/>
          <p:nvPr/>
        </p:nvSpPr>
        <p:spPr>
          <a:xfrm>
            <a:off x="5989320" y="1097280"/>
            <a:ext cx="2606040" cy="960120"/>
          </a:xfrm>
          <a:prstGeom prst="rect">
            <a:avLst/>
          </a:prstGeom>
          <a:solidFill>
            <a:srgbClr val="1B3A5C"/>
          </a:solidFill>
          <a:ln/>
        </p:spPr>
        <p:txBody>
          <a:bodyPr/>
          <a:lstStyle/>
          <a:p>
            <a:endParaRPr lang="en-US"/>
          </a:p>
        </p:txBody>
      </p:sp>
      <p:sp>
        <p:nvSpPr>
          <p:cNvPr id="10" name="Text 8"/>
          <p:cNvSpPr/>
          <p:nvPr/>
        </p:nvSpPr>
        <p:spPr>
          <a:xfrm>
            <a:off x="6153912" y="1207008"/>
            <a:ext cx="2286000" cy="274320"/>
          </a:xfrm>
          <a:prstGeom prst="rect">
            <a:avLst/>
          </a:prstGeom>
          <a:noFill/>
          <a:ln/>
        </p:spPr>
        <p:txBody>
          <a:bodyPr wrap="square" lIns="0" tIns="0" rIns="0" bIns="0" rtlCol="0" anchor="ctr"/>
          <a:lstStyle/>
          <a:p>
            <a:pPr marL="0" indent="0">
              <a:buNone/>
            </a:pPr>
            <a:r>
              <a:rPr lang="en-US" sz="1400" b="1" dirty="0">
                <a:solidFill>
                  <a:srgbClr val="E39A2B"/>
                </a:solidFill>
                <a:latin typeface="Segoe UI" pitchFamily="34" charset="0"/>
                <a:ea typeface="Segoe UI" pitchFamily="34" charset="-122"/>
                <a:cs typeface="Segoe UI" pitchFamily="34" charset="-120"/>
              </a:rPr>
              <a:t>Output format</a:t>
            </a:r>
            <a:endParaRPr lang="en-US" sz="1400" dirty="0"/>
          </a:p>
        </p:txBody>
      </p:sp>
      <p:sp>
        <p:nvSpPr>
          <p:cNvPr id="11" name="Text 9"/>
          <p:cNvSpPr/>
          <p:nvPr/>
        </p:nvSpPr>
        <p:spPr>
          <a:xfrm>
            <a:off x="6153912" y="1499616"/>
            <a:ext cx="2286000" cy="457200"/>
          </a:xfrm>
          <a:prstGeom prst="rect">
            <a:avLst/>
          </a:prstGeom>
          <a:noFill/>
          <a:ln/>
        </p:spPr>
        <p:txBody>
          <a:bodyPr wrap="square" lIns="0" tIns="0" rIns="0" bIns="0" rtlCol="0" anchor="ctr"/>
          <a:lstStyle/>
          <a:p>
            <a:pPr marL="0" indent="0">
              <a:buNone/>
            </a:pPr>
            <a:r>
              <a:rPr lang="en-US" sz="1200" dirty="0">
                <a:solidFill>
                  <a:srgbClr val="FFFFFF"/>
                </a:solidFill>
                <a:latin typeface="Segoe UI" pitchFamily="34" charset="0"/>
                <a:ea typeface="Segoe UI" pitchFamily="34" charset="-122"/>
                <a:cs typeface="Segoe UI" pitchFamily="34" charset="-120"/>
              </a:rPr>
              <a:t>How should the answer be presented?</a:t>
            </a:r>
            <a:endParaRPr lang="en-US" sz="1200" dirty="0"/>
          </a:p>
        </p:txBody>
      </p:sp>
      <p:sp>
        <p:nvSpPr>
          <p:cNvPr id="12" name="Text 10"/>
          <p:cNvSpPr/>
          <p:nvPr/>
        </p:nvSpPr>
        <p:spPr>
          <a:xfrm>
            <a:off x="502920" y="2176272"/>
            <a:ext cx="8138160" cy="274320"/>
          </a:xfrm>
          <a:prstGeom prst="rect">
            <a:avLst/>
          </a:prstGeom>
          <a:noFill/>
          <a:ln/>
        </p:spPr>
        <p:txBody>
          <a:bodyPr wrap="square" lIns="0" tIns="0" rIns="0" bIns="0" rtlCol="0" anchor="ctr"/>
          <a:lstStyle/>
          <a:p>
            <a:pPr marL="0" indent="0">
              <a:buNone/>
            </a:pPr>
            <a:r>
              <a:rPr lang="en-US" sz="1300" dirty="0">
                <a:solidFill>
                  <a:srgbClr val="1F2933"/>
                </a:solidFill>
                <a:latin typeface="Segoe UI" pitchFamily="34" charset="0"/>
                <a:ea typeface="Segoe UI" pitchFamily="34" charset="-122"/>
                <a:cs typeface="Segoe UI" pitchFamily="34" charset="-120"/>
              </a:rPr>
              <a:t>Weak prompt: “Analyze this data.”</a:t>
            </a:r>
            <a:endParaRPr lang="en-US" sz="1300" dirty="0"/>
          </a:p>
        </p:txBody>
      </p:sp>
      <p:sp>
        <p:nvSpPr>
          <p:cNvPr id="13" name="prompt card">
            <a:extLst>
              <a:ext uri="{C183D7F6-B498-43B3-948B-1728B52AA6E4}">
                <adec:decorative xmlns:adec="http://schemas.microsoft.com/office/drawing/2017/decorative" val="1"/>
              </a:ext>
            </a:extLst>
          </p:cNvPr>
          <p:cNvSpPr/>
          <p:nvPr/>
        </p:nvSpPr>
        <p:spPr>
          <a:xfrm>
            <a:off x="502920" y="2514600"/>
            <a:ext cx="8138160" cy="1371600"/>
          </a:xfrm>
          <a:prstGeom prst="rect">
            <a:avLst/>
          </a:prstGeom>
          <a:solidFill>
            <a:srgbClr val="EEF3F8"/>
          </a:solidFill>
          <a:ln/>
        </p:spPr>
        <p:txBody>
          <a:bodyPr/>
          <a:lstStyle/>
          <a:p>
            <a:endParaRPr lang="en-US"/>
          </a:p>
        </p:txBody>
      </p:sp>
      <p:sp>
        <p:nvSpPr>
          <p:cNvPr id="14" name="accent bar">
            <a:extLst>
              <a:ext uri="{C183D7F6-B498-43B3-948B-1728B52AA6E4}">
                <adec:decorative xmlns:adec="http://schemas.microsoft.com/office/drawing/2017/decorative" val="1"/>
              </a:ext>
            </a:extLst>
          </p:cNvPr>
          <p:cNvSpPr/>
          <p:nvPr/>
        </p:nvSpPr>
        <p:spPr>
          <a:xfrm>
            <a:off x="502920" y="2514600"/>
            <a:ext cx="82296" cy="1371600"/>
          </a:xfrm>
          <a:prstGeom prst="rect">
            <a:avLst/>
          </a:prstGeom>
          <a:solidFill>
            <a:srgbClr val="E39A2B"/>
          </a:solidFill>
          <a:ln/>
        </p:spPr>
        <p:txBody>
          <a:bodyPr/>
          <a:lstStyle/>
          <a:p>
            <a:endParaRPr lang="en-US"/>
          </a:p>
        </p:txBody>
      </p:sp>
      <p:sp>
        <p:nvSpPr>
          <p:cNvPr id="15" name="Text 13"/>
          <p:cNvSpPr/>
          <p:nvPr/>
        </p:nvSpPr>
        <p:spPr>
          <a:xfrm>
            <a:off x="731520" y="2587752"/>
            <a:ext cx="7772400" cy="256032"/>
          </a:xfrm>
          <a:prstGeom prst="rect">
            <a:avLst/>
          </a:prstGeom>
          <a:noFill/>
          <a:ln/>
        </p:spPr>
        <p:txBody>
          <a:bodyPr wrap="square" lIns="0" tIns="0" rIns="0" bIns="0" rtlCol="0" anchor="ctr"/>
          <a:lstStyle/>
          <a:p>
            <a:pPr marL="0" indent="0">
              <a:buNone/>
            </a:pPr>
            <a:r>
              <a:rPr lang="en-US" sz="1100" b="1" kern="0" spc="100" dirty="0">
                <a:solidFill>
                  <a:srgbClr val="2E6DA4"/>
                </a:solidFill>
                <a:latin typeface="Segoe UI" pitchFamily="34" charset="0"/>
                <a:ea typeface="Segoe UI" pitchFamily="34" charset="-122"/>
                <a:cs typeface="Segoe UI" pitchFamily="34" charset="-120"/>
              </a:rPr>
              <a:t>STRONG DGS-SPECIFIC PROMPT</a:t>
            </a:r>
            <a:endParaRPr lang="en-US" sz="1100" dirty="0"/>
          </a:p>
        </p:txBody>
      </p:sp>
      <p:sp>
        <p:nvSpPr>
          <p:cNvPr id="16" name="Text 14"/>
          <p:cNvSpPr/>
          <p:nvPr/>
        </p:nvSpPr>
        <p:spPr>
          <a:xfrm>
            <a:off x="731520" y="2843784"/>
            <a:ext cx="7772400" cy="969264"/>
          </a:xfrm>
          <a:prstGeom prst="rect">
            <a:avLst/>
          </a:prstGeom>
          <a:noFill/>
          <a:ln/>
        </p:spPr>
        <p:txBody>
          <a:bodyPr wrap="square" lIns="0" tIns="0" rIns="0" bIns="0" rtlCol="0" anchor="t"/>
          <a:lstStyle/>
          <a:p>
            <a:pPr marL="0" indent="0">
              <a:buNone/>
            </a:pPr>
            <a:r>
              <a:rPr lang="en-US" sz="1400" i="1" dirty="0">
                <a:solidFill>
                  <a:srgbClr val="1F2933"/>
                </a:solidFill>
                <a:latin typeface="Segoe UI" pitchFamily="34" charset="0"/>
                <a:ea typeface="Segoe UI" pitchFamily="34" charset="-122"/>
                <a:cs typeface="Segoe UI" pitchFamily="34" charset="-120"/>
              </a:rPr>
              <a:t>“Review agency procurement spending for FY25. Identify high-growth spending categories, unusual vendor concentrations, and departments exceeding budget forecasts. Summarize findings in a table and provide three recommendations for leadership review.”</a:t>
            </a:r>
            <a:endParaRPr lang="en-US" sz="1400" dirty="0"/>
          </a:p>
        </p:txBody>
      </p:sp>
      <p:sp>
        <p:nvSpPr>
          <p:cNvPr id="17" name="Text 15"/>
          <p:cNvSpPr/>
          <p:nvPr/>
        </p:nvSpPr>
        <p:spPr>
          <a:xfrm>
            <a:off x="502920" y="4069080"/>
            <a:ext cx="8138160" cy="365760"/>
          </a:xfrm>
          <a:prstGeom prst="rect">
            <a:avLst/>
          </a:prstGeom>
          <a:noFill/>
          <a:ln/>
        </p:spPr>
        <p:txBody>
          <a:bodyPr wrap="square" lIns="0" tIns="0" rIns="0" bIns="0" rtlCol="0" anchor="ctr"/>
          <a:lstStyle/>
          <a:p>
            <a:pPr marL="0" indent="0">
              <a:buNone/>
            </a:pPr>
            <a:r>
              <a:rPr lang="en-US" sz="1300" b="1" dirty="0">
                <a:solidFill>
                  <a:srgbClr val="2E6DA4"/>
                </a:solidFill>
                <a:latin typeface="Segoe UI" pitchFamily="34" charset="0"/>
                <a:ea typeface="Segoe UI" pitchFamily="34" charset="-122"/>
                <a:cs typeface="Segoe UI" pitchFamily="34" charset="-120"/>
              </a:rPr>
              <a:t>Practice: rewrite one of your own prompts using Context + Task + Output format.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02920" y="91440"/>
            <a:ext cx="8138160" cy="64008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Wrap-Up &amp; Key Takeaways</a:t>
            </a:r>
            <a:endParaRPr lang="en-US" sz="2400" dirty="0"/>
          </a:p>
        </p:txBody>
      </p:sp>
      <p:sp>
        <p:nvSpPr>
          <p:cNvPr id="3" name="card">
            <a:extLst>
              <a:ext uri="{C183D7F6-B498-43B3-948B-1728B52AA6E4}">
                <adec:decorative xmlns:adec="http://schemas.microsoft.com/office/drawing/2017/decorative" val="1"/>
              </a:ext>
            </a:extLst>
          </p:cNvPr>
          <p:cNvSpPr/>
          <p:nvPr/>
        </p:nvSpPr>
        <p:spPr>
          <a:xfrm>
            <a:off x="502920" y="1188720"/>
            <a:ext cx="3931920" cy="713232"/>
          </a:xfrm>
          <a:prstGeom prst="rect">
            <a:avLst/>
          </a:prstGeom>
          <a:solidFill>
            <a:srgbClr val="EEF3F8"/>
          </a:solidFill>
          <a:ln/>
        </p:spPr>
        <p:txBody>
          <a:bodyPr/>
          <a:lstStyle/>
          <a:p>
            <a:endParaRPr lang="en-US"/>
          </a:p>
        </p:txBody>
      </p:sp>
      <p:sp>
        <p:nvSpPr>
          <p:cNvPr id="4" name="accent">
            <a:extLst>
              <a:ext uri="{C183D7F6-B498-43B3-948B-1728B52AA6E4}">
                <adec:decorative xmlns:adec="http://schemas.microsoft.com/office/drawing/2017/decorative" val="1"/>
              </a:ext>
            </a:extLst>
          </p:cNvPr>
          <p:cNvSpPr/>
          <p:nvPr/>
        </p:nvSpPr>
        <p:spPr>
          <a:xfrm>
            <a:off x="502920" y="1188720"/>
            <a:ext cx="73152" cy="713232"/>
          </a:xfrm>
          <a:prstGeom prst="rect">
            <a:avLst/>
          </a:prstGeom>
          <a:solidFill>
            <a:srgbClr val="E39A2B"/>
          </a:solidFill>
          <a:ln/>
        </p:spPr>
        <p:txBody>
          <a:bodyPr/>
          <a:lstStyle/>
          <a:p>
            <a:endParaRPr lang="en-US"/>
          </a:p>
        </p:txBody>
      </p:sp>
      <p:sp>
        <p:nvSpPr>
          <p:cNvPr id="5" name="Text 3"/>
          <p:cNvSpPr/>
          <p:nvPr/>
        </p:nvSpPr>
        <p:spPr>
          <a:xfrm>
            <a:off x="731520" y="1188720"/>
            <a:ext cx="3566160" cy="713232"/>
          </a:xfrm>
          <a:prstGeom prst="rect">
            <a:avLst/>
          </a:prstGeom>
          <a:noFill/>
          <a:ln/>
        </p:spPr>
        <p:txBody>
          <a:bodyPr wrap="square" lIns="0" tIns="0" rIns="0" bIns="0" rtlCol="0" anchor="ctr"/>
          <a:lstStyle/>
          <a:p>
            <a:pPr marL="0" indent="0">
              <a:buNone/>
            </a:pPr>
            <a:r>
              <a:rPr lang="en-US" sz="1400" dirty="0">
                <a:solidFill>
                  <a:srgbClr val="1F2933"/>
                </a:solidFill>
                <a:latin typeface="Segoe UI" pitchFamily="34" charset="0"/>
                <a:ea typeface="Segoe UI" pitchFamily="34" charset="-122"/>
                <a:cs typeface="Segoe UI" pitchFamily="34" charset="-120"/>
              </a:rPr>
              <a:t>Analyze data faster</a:t>
            </a:r>
            <a:endParaRPr lang="en-US" sz="1400" dirty="0"/>
          </a:p>
        </p:txBody>
      </p:sp>
      <p:sp>
        <p:nvSpPr>
          <p:cNvPr id="6" name="card">
            <a:extLst>
              <a:ext uri="{C183D7F6-B498-43B3-948B-1728B52AA6E4}">
                <adec:decorative xmlns:adec="http://schemas.microsoft.com/office/drawing/2017/decorative" val="1"/>
              </a:ext>
            </a:extLst>
          </p:cNvPr>
          <p:cNvSpPr/>
          <p:nvPr/>
        </p:nvSpPr>
        <p:spPr>
          <a:xfrm>
            <a:off x="4709160" y="1188720"/>
            <a:ext cx="3931920" cy="713232"/>
          </a:xfrm>
          <a:prstGeom prst="rect">
            <a:avLst/>
          </a:prstGeom>
          <a:solidFill>
            <a:srgbClr val="EEF3F8"/>
          </a:solidFill>
          <a:ln/>
        </p:spPr>
        <p:txBody>
          <a:bodyPr/>
          <a:lstStyle/>
          <a:p>
            <a:endParaRPr lang="en-US"/>
          </a:p>
        </p:txBody>
      </p:sp>
      <p:sp>
        <p:nvSpPr>
          <p:cNvPr id="7" name="accent">
            <a:extLst>
              <a:ext uri="{C183D7F6-B498-43B3-948B-1728B52AA6E4}">
                <adec:decorative xmlns:adec="http://schemas.microsoft.com/office/drawing/2017/decorative" val="1"/>
              </a:ext>
            </a:extLst>
          </p:cNvPr>
          <p:cNvSpPr/>
          <p:nvPr/>
        </p:nvSpPr>
        <p:spPr>
          <a:xfrm>
            <a:off x="4709160" y="1188720"/>
            <a:ext cx="73152" cy="713232"/>
          </a:xfrm>
          <a:prstGeom prst="rect">
            <a:avLst/>
          </a:prstGeom>
          <a:solidFill>
            <a:srgbClr val="E39A2B"/>
          </a:solidFill>
          <a:ln/>
        </p:spPr>
        <p:txBody>
          <a:bodyPr/>
          <a:lstStyle/>
          <a:p>
            <a:endParaRPr lang="en-US"/>
          </a:p>
        </p:txBody>
      </p:sp>
      <p:sp>
        <p:nvSpPr>
          <p:cNvPr id="8" name="Text 6"/>
          <p:cNvSpPr/>
          <p:nvPr/>
        </p:nvSpPr>
        <p:spPr>
          <a:xfrm>
            <a:off x="4937760" y="1188720"/>
            <a:ext cx="3566160" cy="713232"/>
          </a:xfrm>
          <a:prstGeom prst="rect">
            <a:avLst/>
          </a:prstGeom>
          <a:noFill/>
          <a:ln/>
        </p:spPr>
        <p:txBody>
          <a:bodyPr wrap="square" lIns="0" tIns="0" rIns="0" bIns="0" rtlCol="0" anchor="ctr"/>
          <a:lstStyle/>
          <a:p>
            <a:pPr marL="0" indent="0">
              <a:buNone/>
            </a:pPr>
            <a:r>
              <a:rPr lang="en-US" sz="1400" dirty="0">
                <a:solidFill>
                  <a:srgbClr val="1F2933"/>
                </a:solidFill>
                <a:latin typeface="Segoe UI" pitchFamily="34" charset="0"/>
                <a:ea typeface="Segoe UI" pitchFamily="34" charset="-122"/>
                <a:cs typeface="Segoe UI" pitchFamily="34" charset="-120"/>
              </a:rPr>
              <a:t>Create formulas in natural language</a:t>
            </a:r>
            <a:endParaRPr lang="en-US" sz="1400" dirty="0"/>
          </a:p>
        </p:txBody>
      </p:sp>
      <p:sp>
        <p:nvSpPr>
          <p:cNvPr id="9" name="card">
            <a:extLst>
              <a:ext uri="{C183D7F6-B498-43B3-948B-1728B52AA6E4}">
                <adec:decorative xmlns:adec="http://schemas.microsoft.com/office/drawing/2017/decorative" val="1"/>
              </a:ext>
            </a:extLst>
          </p:cNvPr>
          <p:cNvSpPr/>
          <p:nvPr/>
        </p:nvSpPr>
        <p:spPr>
          <a:xfrm>
            <a:off x="502920" y="2057400"/>
            <a:ext cx="3931920" cy="713232"/>
          </a:xfrm>
          <a:prstGeom prst="rect">
            <a:avLst/>
          </a:prstGeom>
          <a:solidFill>
            <a:srgbClr val="EEF3F8"/>
          </a:solidFill>
          <a:ln/>
        </p:spPr>
        <p:txBody>
          <a:bodyPr/>
          <a:lstStyle/>
          <a:p>
            <a:endParaRPr lang="en-US"/>
          </a:p>
        </p:txBody>
      </p:sp>
      <p:sp>
        <p:nvSpPr>
          <p:cNvPr id="10" name="accent">
            <a:extLst>
              <a:ext uri="{C183D7F6-B498-43B3-948B-1728B52AA6E4}">
                <adec:decorative xmlns:adec="http://schemas.microsoft.com/office/drawing/2017/decorative" val="1"/>
              </a:ext>
            </a:extLst>
          </p:cNvPr>
          <p:cNvSpPr/>
          <p:nvPr/>
        </p:nvSpPr>
        <p:spPr>
          <a:xfrm>
            <a:off x="502920" y="2057400"/>
            <a:ext cx="73152" cy="713232"/>
          </a:xfrm>
          <a:prstGeom prst="rect">
            <a:avLst/>
          </a:prstGeom>
          <a:solidFill>
            <a:srgbClr val="E39A2B"/>
          </a:solidFill>
          <a:ln/>
        </p:spPr>
        <p:txBody>
          <a:bodyPr/>
          <a:lstStyle/>
          <a:p>
            <a:endParaRPr lang="en-US"/>
          </a:p>
        </p:txBody>
      </p:sp>
      <p:sp>
        <p:nvSpPr>
          <p:cNvPr id="11" name="Text 9"/>
          <p:cNvSpPr/>
          <p:nvPr/>
        </p:nvSpPr>
        <p:spPr>
          <a:xfrm>
            <a:off x="731520" y="2057400"/>
            <a:ext cx="3566160" cy="713232"/>
          </a:xfrm>
          <a:prstGeom prst="rect">
            <a:avLst/>
          </a:prstGeom>
          <a:noFill/>
          <a:ln/>
        </p:spPr>
        <p:txBody>
          <a:bodyPr wrap="square" lIns="0" tIns="0" rIns="0" bIns="0" rtlCol="0" anchor="ctr"/>
          <a:lstStyle/>
          <a:p>
            <a:pPr marL="0" indent="0">
              <a:buNone/>
            </a:pPr>
            <a:r>
              <a:rPr lang="en-US" sz="1400" dirty="0">
                <a:solidFill>
                  <a:srgbClr val="1F2933"/>
                </a:solidFill>
                <a:latin typeface="Segoe UI" pitchFamily="34" charset="0"/>
                <a:ea typeface="Segoe UI" pitchFamily="34" charset="-122"/>
                <a:cs typeface="Segoe UI" pitchFamily="34" charset="-120"/>
              </a:rPr>
              <a:t>Discover trends and anomalies</a:t>
            </a:r>
            <a:endParaRPr lang="en-US" sz="1400" dirty="0"/>
          </a:p>
        </p:txBody>
      </p:sp>
      <p:sp>
        <p:nvSpPr>
          <p:cNvPr id="12" name="card">
            <a:extLst>
              <a:ext uri="{C183D7F6-B498-43B3-948B-1728B52AA6E4}">
                <adec:decorative xmlns:adec="http://schemas.microsoft.com/office/drawing/2017/decorative" val="1"/>
              </a:ext>
            </a:extLst>
          </p:cNvPr>
          <p:cNvSpPr/>
          <p:nvPr/>
        </p:nvSpPr>
        <p:spPr>
          <a:xfrm>
            <a:off x="4709160" y="2057400"/>
            <a:ext cx="3931920" cy="713232"/>
          </a:xfrm>
          <a:prstGeom prst="rect">
            <a:avLst/>
          </a:prstGeom>
          <a:solidFill>
            <a:srgbClr val="EEF3F8"/>
          </a:solidFill>
          <a:ln/>
        </p:spPr>
        <p:txBody>
          <a:bodyPr/>
          <a:lstStyle/>
          <a:p>
            <a:endParaRPr lang="en-US"/>
          </a:p>
        </p:txBody>
      </p:sp>
      <p:sp>
        <p:nvSpPr>
          <p:cNvPr id="13" name="accent">
            <a:extLst>
              <a:ext uri="{C183D7F6-B498-43B3-948B-1728B52AA6E4}">
                <adec:decorative xmlns:adec="http://schemas.microsoft.com/office/drawing/2017/decorative" val="1"/>
              </a:ext>
            </a:extLst>
          </p:cNvPr>
          <p:cNvSpPr/>
          <p:nvPr/>
        </p:nvSpPr>
        <p:spPr>
          <a:xfrm>
            <a:off x="4709160" y="2057400"/>
            <a:ext cx="73152" cy="713232"/>
          </a:xfrm>
          <a:prstGeom prst="rect">
            <a:avLst/>
          </a:prstGeom>
          <a:solidFill>
            <a:srgbClr val="E39A2B"/>
          </a:solidFill>
          <a:ln/>
        </p:spPr>
        <p:txBody>
          <a:bodyPr/>
          <a:lstStyle/>
          <a:p>
            <a:endParaRPr lang="en-US"/>
          </a:p>
        </p:txBody>
      </p:sp>
      <p:sp>
        <p:nvSpPr>
          <p:cNvPr id="14" name="Text 12"/>
          <p:cNvSpPr/>
          <p:nvPr/>
        </p:nvSpPr>
        <p:spPr>
          <a:xfrm>
            <a:off x="4937760" y="2057400"/>
            <a:ext cx="3566160" cy="713232"/>
          </a:xfrm>
          <a:prstGeom prst="rect">
            <a:avLst/>
          </a:prstGeom>
          <a:noFill/>
          <a:ln/>
        </p:spPr>
        <p:txBody>
          <a:bodyPr wrap="square" lIns="0" tIns="0" rIns="0" bIns="0" rtlCol="0" anchor="ctr"/>
          <a:lstStyle/>
          <a:p>
            <a:pPr marL="0" indent="0">
              <a:buNone/>
            </a:pPr>
            <a:r>
              <a:rPr lang="en-US" sz="1400" dirty="0">
                <a:solidFill>
                  <a:srgbClr val="1F2933"/>
                </a:solidFill>
                <a:latin typeface="Segoe UI" pitchFamily="34" charset="0"/>
                <a:ea typeface="Segoe UI" pitchFamily="34" charset="-122"/>
                <a:cs typeface="Segoe UI" pitchFamily="34" charset="-120"/>
              </a:rPr>
              <a:t>Generate executive-ready summaries</a:t>
            </a:r>
            <a:endParaRPr lang="en-US" sz="1400" dirty="0"/>
          </a:p>
        </p:txBody>
      </p:sp>
      <p:sp>
        <p:nvSpPr>
          <p:cNvPr id="15" name="card">
            <a:extLst>
              <a:ext uri="{C183D7F6-B498-43B3-948B-1728B52AA6E4}">
                <adec:decorative xmlns:adec="http://schemas.microsoft.com/office/drawing/2017/decorative" val="1"/>
              </a:ext>
            </a:extLst>
          </p:cNvPr>
          <p:cNvSpPr/>
          <p:nvPr/>
        </p:nvSpPr>
        <p:spPr>
          <a:xfrm>
            <a:off x="502920" y="2926080"/>
            <a:ext cx="3931920" cy="713232"/>
          </a:xfrm>
          <a:prstGeom prst="rect">
            <a:avLst/>
          </a:prstGeom>
          <a:solidFill>
            <a:srgbClr val="EEF3F8"/>
          </a:solidFill>
          <a:ln/>
        </p:spPr>
        <p:txBody>
          <a:bodyPr/>
          <a:lstStyle/>
          <a:p>
            <a:endParaRPr lang="en-US"/>
          </a:p>
        </p:txBody>
      </p:sp>
      <p:sp>
        <p:nvSpPr>
          <p:cNvPr id="16" name="accent">
            <a:extLst>
              <a:ext uri="{C183D7F6-B498-43B3-948B-1728B52AA6E4}">
                <adec:decorative xmlns:adec="http://schemas.microsoft.com/office/drawing/2017/decorative" val="1"/>
              </a:ext>
            </a:extLst>
          </p:cNvPr>
          <p:cNvSpPr/>
          <p:nvPr/>
        </p:nvSpPr>
        <p:spPr>
          <a:xfrm>
            <a:off x="502920" y="2926080"/>
            <a:ext cx="73152" cy="713232"/>
          </a:xfrm>
          <a:prstGeom prst="rect">
            <a:avLst/>
          </a:prstGeom>
          <a:solidFill>
            <a:srgbClr val="E39A2B"/>
          </a:solidFill>
          <a:ln/>
        </p:spPr>
        <p:txBody>
          <a:bodyPr/>
          <a:lstStyle/>
          <a:p>
            <a:endParaRPr lang="en-US"/>
          </a:p>
        </p:txBody>
      </p:sp>
      <p:sp>
        <p:nvSpPr>
          <p:cNvPr id="17" name="Text 15"/>
          <p:cNvSpPr/>
          <p:nvPr/>
        </p:nvSpPr>
        <p:spPr>
          <a:xfrm>
            <a:off x="731520" y="2926080"/>
            <a:ext cx="3566160" cy="713232"/>
          </a:xfrm>
          <a:prstGeom prst="rect">
            <a:avLst/>
          </a:prstGeom>
          <a:noFill/>
          <a:ln/>
        </p:spPr>
        <p:txBody>
          <a:bodyPr wrap="square" lIns="0" tIns="0" rIns="0" bIns="0" rtlCol="0" anchor="ctr"/>
          <a:lstStyle/>
          <a:p>
            <a:pPr marL="0" indent="0">
              <a:buNone/>
            </a:pPr>
            <a:r>
              <a:rPr lang="en-US" sz="1400" dirty="0">
                <a:solidFill>
                  <a:srgbClr val="1F2933"/>
                </a:solidFill>
                <a:latin typeface="Segoe UI" pitchFamily="34" charset="0"/>
                <a:ea typeface="Segoe UI" pitchFamily="34" charset="-122"/>
                <a:cs typeface="Segoe UI" pitchFamily="34" charset="-120"/>
              </a:rPr>
              <a:t>Build reports and visualizations quickly</a:t>
            </a:r>
            <a:endParaRPr lang="en-US" sz="1400" dirty="0"/>
          </a:p>
        </p:txBody>
      </p:sp>
      <p:sp>
        <p:nvSpPr>
          <p:cNvPr id="18" name="card">
            <a:extLst>
              <a:ext uri="{C183D7F6-B498-43B3-948B-1728B52AA6E4}">
                <adec:decorative xmlns:adec="http://schemas.microsoft.com/office/drawing/2017/decorative" val="1"/>
              </a:ext>
            </a:extLst>
          </p:cNvPr>
          <p:cNvSpPr/>
          <p:nvPr/>
        </p:nvSpPr>
        <p:spPr>
          <a:xfrm>
            <a:off x="4709160" y="2926080"/>
            <a:ext cx="3931920" cy="713232"/>
          </a:xfrm>
          <a:prstGeom prst="rect">
            <a:avLst/>
          </a:prstGeom>
          <a:solidFill>
            <a:srgbClr val="EEF3F8"/>
          </a:solidFill>
          <a:ln/>
        </p:spPr>
        <p:txBody>
          <a:bodyPr/>
          <a:lstStyle/>
          <a:p>
            <a:endParaRPr lang="en-US"/>
          </a:p>
        </p:txBody>
      </p:sp>
      <p:sp>
        <p:nvSpPr>
          <p:cNvPr id="19" name="accent">
            <a:extLst>
              <a:ext uri="{C183D7F6-B498-43B3-948B-1728B52AA6E4}">
                <adec:decorative xmlns:adec="http://schemas.microsoft.com/office/drawing/2017/decorative" val="1"/>
              </a:ext>
            </a:extLst>
          </p:cNvPr>
          <p:cNvSpPr/>
          <p:nvPr/>
        </p:nvSpPr>
        <p:spPr>
          <a:xfrm>
            <a:off x="4709160" y="2926080"/>
            <a:ext cx="73152" cy="713232"/>
          </a:xfrm>
          <a:prstGeom prst="rect">
            <a:avLst/>
          </a:prstGeom>
          <a:solidFill>
            <a:srgbClr val="E39A2B"/>
          </a:solidFill>
          <a:ln/>
        </p:spPr>
        <p:txBody>
          <a:bodyPr/>
          <a:lstStyle/>
          <a:p>
            <a:endParaRPr lang="en-US"/>
          </a:p>
        </p:txBody>
      </p:sp>
      <p:sp>
        <p:nvSpPr>
          <p:cNvPr id="20" name="Text 18"/>
          <p:cNvSpPr/>
          <p:nvPr/>
        </p:nvSpPr>
        <p:spPr>
          <a:xfrm>
            <a:off x="4937760" y="2926080"/>
            <a:ext cx="3566160" cy="713232"/>
          </a:xfrm>
          <a:prstGeom prst="rect">
            <a:avLst/>
          </a:prstGeom>
          <a:noFill/>
          <a:ln/>
        </p:spPr>
        <p:txBody>
          <a:bodyPr wrap="square" lIns="0" tIns="0" rIns="0" bIns="0" rtlCol="0" anchor="ctr"/>
          <a:lstStyle/>
          <a:p>
            <a:pPr marL="0" indent="0">
              <a:buNone/>
            </a:pPr>
            <a:r>
              <a:rPr lang="en-US" sz="1400" dirty="0">
                <a:solidFill>
                  <a:srgbClr val="1F2933"/>
                </a:solidFill>
                <a:latin typeface="Segoe UI" pitchFamily="34" charset="0"/>
                <a:ea typeface="Segoe UI" pitchFamily="34" charset="-122"/>
                <a:cs typeface="Segoe UI" pitchFamily="34" charset="-120"/>
              </a:rPr>
              <a:t>Write prompts with context, task, and format</a:t>
            </a:r>
            <a:endParaRPr lang="en-US" sz="1400" dirty="0"/>
          </a:p>
        </p:txBody>
      </p:sp>
      <p:sp>
        <p:nvSpPr>
          <p:cNvPr id="21" name="Text 19"/>
          <p:cNvSpPr/>
          <p:nvPr/>
        </p:nvSpPr>
        <p:spPr>
          <a:xfrm>
            <a:off x="502920" y="4251960"/>
            <a:ext cx="8138160" cy="457200"/>
          </a:xfrm>
          <a:prstGeom prst="rect">
            <a:avLst/>
          </a:prstGeom>
          <a:noFill/>
          <a:ln/>
        </p:spPr>
        <p:txBody>
          <a:bodyPr wrap="square" lIns="0" tIns="0" rIns="0" bIns="0" rtlCol="0" anchor="ctr"/>
          <a:lstStyle/>
          <a:p>
            <a:pPr marL="0" indent="0">
              <a:buNone/>
            </a:pPr>
            <a:r>
              <a:rPr lang="en-US" sz="1300" b="1" dirty="0">
                <a:solidFill>
                  <a:srgbClr val="2E6DA4"/>
                </a:solidFill>
                <a:latin typeface="Segoe UI" pitchFamily="34" charset="0"/>
                <a:ea typeface="Segoe UI" pitchFamily="34" charset="-122"/>
                <a:cs typeface="Segoe UI" pitchFamily="34" charset="-120"/>
              </a:rPr>
              <a:t>Remember: structured tables in, better answers out. Keep organizational data inside your Microsoft 365 boundary.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815</Words>
  <Application>Microsoft Office PowerPoint</Application>
  <PresentationFormat>On-screen Show (16:9)</PresentationFormat>
  <Paragraphs>106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Segoe UI</vt:lpstr>
      <vt:lpstr>Office Theme</vt:lpstr>
      <vt:lpstr>Beyond the Basics in Excel</vt:lpstr>
      <vt:lpstr>Session Overview &amp; Learning Objectives</vt:lpstr>
      <vt:lpstr>Agenda</vt:lpstr>
      <vt:lpstr>Module 1 — Introduction &amp; GCC Considerations</vt:lpstr>
      <vt:lpstr>Module 2 — Moving Beyond Basic Prompts</vt:lpstr>
      <vt:lpstr>Module 3 — Advanced Data Analysis</vt:lpstr>
      <vt:lpstr>Module 4 — Formula Creation &amp; Data Modeling</vt:lpstr>
      <vt:lpstr>Module 5 — Visualizations, Dashboards &amp; Reporting</vt:lpstr>
      <vt:lpstr>Module 6 — Prompt Engineering Workshop</vt:lpstr>
      <vt:lpstr>Wrap-Up &amp; 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Dwayne Natwick</dc:creator>
  <cp:lastModifiedBy>Dwayne Natwick</cp:lastModifiedBy>
  <cp:revision>1</cp:revision>
  <dcterms:created xsi:type="dcterms:W3CDTF">2026-08-13T15:26:16Z</dcterms:created>
  <dcterms:modified xsi:type="dcterms:W3CDTF">2026-08-13T16:35:25Z</dcterms:modified>
</cp:coreProperties>
</file>