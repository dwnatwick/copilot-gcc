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705" y="9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wayne Natwick" userId="1b0dde20-a9d8-43c2-bf65-7bd67e9bfd33" providerId="ADAL" clId="{AABC0D3D-5612-4062-8032-A0A82921A108}"/>
    <pc:docChg chg="custSel mod addSld modSld addMainMaster delMainMaster modMainMaster modNotesMaster setSldSz">
      <pc:chgData name="Dwayne Natwick" userId="1b0dde20-a9d8-43c2-bf65-7bd67e9bfd33" providerId="ADAL" clId="{AABC0D3D-5612-4062-8032-A0A82921A108}" dt="2026-08-13T16:36:50.804" v="3" actId="6549"/>
      <pc:docMkLst>
        <pc:docMk/>
      </pc:docMkLst>
      <pc:sldChg chg="modSp add mod">
        <pc:chgData name="Dwayne Natwick" userId="1b0dde20-a9d8-43c2-bf65-7bd67e9bfd33" providerId="ADAL" clId="{AABC0D3D-5612-4062-8032-A0A82921A108}" dt="2026-08-13T16:36:37.714" v="2" actId="6549"/>
        <pc:sldMkLst>
          <pc:docMk/>
          <pc:sldMk cId="0" sldId="256"/>
        </pc:sldMkLst>
        <pc:spChg chg="mod">
          <ac:chgData name="Dwayne Natwick" userId="1b0dde20-a9d8-43c2-bf65-7bd67e9bfd33" providerId="ADAL" clId="{AABC0D3D-5612-4062-8032-A0A82921A108}" dt="2026-08-13T16:36:37.714" v="2" actId="6549"/>
          <ac:spMkLst>
            <pc:docMk/>
            <pc:sldMk cId="0" sldId="256"/>
            <ac:spMk id="2" creationId="{00000000-0000-0000-0000-000000000000}"/>
          </ac:spMkLst>
        </pc:spChg>
      </pc:sldChg>
      <pc:sldChg chg="modSp add mod">
        <pc:chgData name="Dwayne Natwick" userId="1b0dde20-a9d8-43c2-bf65-7bd67e9bfd33" providerId="ADAL" clId="{AABC0D3D-5612-4062-8032-A0A82921A108}" dt="2026-08-13T16:36:50.804" v="3" actId="6549"/>
        <pc:sldMkLst>
          <pc:docMk/>
          <pc:sldMk cId="0" sldId="257"/>
        </pc:sldMkLst>
        <pc:spChg chg="mod">
          <ac:chgData name="Dwayne Natwick" userId="1b0dde20-a9d8-43c2-bf65-7bd67e9bfd33" providerId="ADAL" clId="{AABC0D3D-5612-4062-8032-A0A82921A108}" dt="2026-08-13T16:36:50.804" v="3" actId="6549"/>
          <ac:spMkLst>
            <pc:docMk/>
            <pc:sldMk cId="0" sldId="257"/>
            <ac:spMk id="4" creationId="{00000000-0000-0000-0000-000000000000}"/>
          </ac:spMkLst>
        </pc:spChg>
      </pc:sldChg>
      <pc:sldChg chg="add">
        <pc:chgData name="Dwayne Natwick" userId="1b0dde20-a9d8-43c2-bf65-7bd67e9bfd33" providerId="ADAL" clId="{AABC0D3D-5612-4062-8032-A0A82921A108}" dt="2026-08-13T15:43:22.006" v="1" actId="26606"/>
        <pc:sldMkLst>
          <pc:docMk/>
          <pc:sldMk cId="0" sldId="258"/>
        </pc:sldMkLst>
      </pc:sldChg>
      <pc:sldChg chg="add">
        <pc:chgData name="Dwayne Natwick" userId="1b0dde20-a9d8-43c2-bf65-7bd67e9bfd33" providerId="ADAL" clId="{AABC0D3D-5612-4062-8032-A0A82921A108}" dt="2026-08-13T15:43:22.006" v="1" actId="26606"/>
        <pc:sldMkLst>
          <pc:docMk/>
          <pc:sldMk cId="0" sldId="259"/>
        </pc:sldMkLst>
      </pc:sldChg>
      <pc:sldChg chg="add">
        <pc:chgData name="Dwayne Natwick" userId="1b0dde20-a9d8-43c2-bf65-7bd67e9bfd33" providerId="ADAL" clId="{AABC0D3D-5612-4062-8032-A0A82921A108}" dt="2026-08-13T15:43:22.006" v="1" actId="26606"/>
        <pc:sldMkLst>
          <pc:docMk/>
          <pc:sldMk cId="0" sldId="260"/>
        </pc:sldMkLst>
      </pc:sldChg>
      <pc:sldChg chg="add">
        <pc:chgData name="Dwayne Natwick" userId="1b0dde20-a9d8-43c2-bf65-7bd67e9bfd33" providerId="ADAL" clId="{AABC0D3D-5612-4062-8032-A0A82921A108}" dt="2026-08-13T15:43:22.006" v="1" actId="26606"/>
        <pc:sldMkLst>
          <pc:docMk/>
          <pc:sldMk cId="0" sldId="261"/>
        </pc:sldMkLst>
      </pc:sldChg>
      <pc:sldChg chg="add">
        <pc:chgData name="Dwayne Natwick" userId="1b0dde20-a9d8-43c2-bf65-7bd67e9bfd33" providerId="ADAL" clId="{AABC0D3D-5612-4062-8032-A0A82921A108}" dt="2026-08-13T15:43:22.006" v="1" actId="26606"/>
        <pc:sldMkLst>
          <pc:docMk/>
          <pc:sldMk cId="0" sldId="262"/>
        </pc:sldMkLst>
      </pc:sldChg>
      <pc:sldChg chg="add">
        <pc:chgData name="Dwayne Natwick" userId="1b0dde20-a9d8-43c2-bf65-7bd67e9bfd33" providerId="ADAL" clId="{AABC0D3D-5612-4062-8032-A0A82921A108}" dt="2026-08-13T15:43:22.006" v="1" actId="26606"/>
        <pc:sldMkLst>
          <pc:docMk/>
          <pc:sldMk cId="0" sldId="263"/>
        </pc:sldMkLst>
      </pc:sldChg>
      <pc:sldChg chg="add">
        <pc:chgData name="Dwayne Natwick" userId="1b0dde20-a9d8-43c2-bf65-7bd67e9bfd33" providerId="ADAL" clId="{AABC0D3D-5612-4062-8032-A0A82921A108}" dt="2026-08-13T15:43:22.006" v="1" actId="26606"/>
        <pc:sldMkLst>
          <pc:docMk/>
          <pc:sldMk cId="0" sldId="264"/>
        </pc:sldMkLst>
      </pc:sldChg>
      <pc:sldChg chg="add">
        <pc:chgData name="Dwayne Natwick" userId="1b0dde20-a9d8-43c2-bf65-7bd67e9bfd33" providerId="ADAL" clId="{AABC0D3D-5612-4062-8032-A0A82921A108}" dt="2026-08-13T15:43:22.006" v="1" actId="26606"/>
        <pc:sldMkLst>
          <pc:docMk/>
          <pc:sldMk cId="0" sldId="265"/>
        </pc:sldMkLst>
      </pc:sldChg>
      <pc:sldChg chg="add">
        <pc:chgData name="Dwayne Natwick" userId="1b0dde20-a9d8-43c2-bf65-7bd67e9bfd33" providerId="ADAL" clId="{AABC0D3D-5612-4062-8032-A0A82921A108}" dt="2026-08-13T15:43:22.006" v="1" actId="26606"/>
        <pc:sldMkLst>
          <pc:docMk/>
          <pc:sldMk cId="0" sldId="266"/>
        </pc:sldMkLst>
      </pc:sldChg>
      <pc:sldChg chg="add">
        <pc:chgData name="Dwayne Natwick" userId="1b0dde20-a9d8-43c2-bf65-7bd67e9bfd33" providerId="ADAL" clId="{AABC0D3D-5612-4062-8032-A0A82921A108}" dt="2026-08-13T15:43:22.006" v="1" actId="26606"/>
        <pc:sldMkLst>
          <pc:docMk/>
          <pc:sldMk cId="0" sldId="267"/>
        </pc:sldMkLst>
      </pc:sldChg>
      <pc:sldChg chg="add">
        <pc:chgData name="Dwayne Natwick" userId="1b0dde20-a9d8-43c2-bf65-7bd67e9bfd33" providerId="ADAL" clId="{AABC0D3D-5612-4062-8032-A0A82921A108}" dt="2026-08-13T15:43:22.006" v="1" actId="26606"/>
        <pc:sldMkLst>
          <pc:docMk/>
          <pc:sldMk cId="0" sldId="268"/>
        </pc:sldMkLst>
      </pc:sldChg>
      <pc:sldChg chg="add">
        <pc:chgData name="Dwayne Natwick" userId="1b0dde20-a9d8-43c2-bf65-7bd67e9bfd33" providerId="ADAL" clId="{AABC0D3D-5612-4062-8032-A0A82921A108}" dt="2026-08-13T15:43:22.006" v="1" actId="26606"/>
        <pc:sldMkLst>
          <pc:docMk/>
          <pc:sldMk cId="0" sldId="269"/>
        </pc:sldMkLst>
      </pc:sldChg>
      <pc:sldChg chg="add">
        <pc:chgData name="Dwayne Natwick" userId="1b0dde20-a9d8-43c2-bf65-7bd67e9bfd33" providerId="ADAL" clId="{AABC0D3D-5612-4062-8032-A0A82921A108}" dt="2026-08-13T15:43:22.006" v="1" actId="26606"/>
        <pc:sldMkLst>
          <pc:docMk/>
          <pc:sldMk cId="0" sldId="270"/>
        </pc:sldMkLst>
      </pc:sldChg>
      <pc:sldMasterChg chg="add addSldLayout delSldLayout modSldLayout sldLayoutOrd">
        <pc:chgData name="Dwayne Natwick" userId="1b0dde20-a9d8-43c2-bf65-7bd67e9bfd33" providerId="ADAL" clId="{AABC0D3D-5612-4062-8032-A0A82921A108}" dt="2026-08-13T15:43:22.006" v="1" actId="26606"/>
        <pc:sldMasterMkLst>
          <pc:docMk/>
          <pc:sldMasterMk cId="923944521" sldId="2147483648"/>
        </pc:sldMasterMkLst>
        <pc:sldLayoutChg chg="add">
          <pc:chgData name="Dwayne Natwick" userId="1b0dde20-a9d8-43c2-bf65-7bd67e9bfd33" providerId="ADAL" clId="{AABC0D3D-5612-4062-8032-A0A82921A108}" dt="2026-08-13T15:43:22.006" v="1" actId="26606"/>
          <pc:sldLayoutMkLst>
            <pc:docMk/>
            <pc:sldMasterMk cId="923944521" sldId="2147483648"/>
            <pc:sldLayoutMk cId="0" sldId="2147483649"/>
          </pc:sldLayoutMkLst>
        </pc:sldLayoutChg>
        <pc:sldLayoutChg chg="add">
          <pc:chgData name="Dwayne Natwick" userId="1b0dde20-a9d8-43c2-bf65-7bd67e9bfd33" providerId="ADAL" clId="{AABC0D3D-5612-4062-8032-A0A82921A108}" dt="2026-08-13T15:43:22.006" v="1" actId="26606"/>
          <pc:sldLayoutMkLst>
            <pc:docMk/>
            <pc:sldMasterMk cId="923944521" sldId="2147483648"/>
            <pc:sldLayoutMk cId="0" sldId="2147483650"/>
          </pc:sldLayoutMkLst>
        </pc:sldLayoutChg>
        <pc:sldLayoutChg chg="add">
          <pc:chgData name="Dwayne Natwick" userId="1b0dde20-a9d8-43c2-bf65-7bd67e9bfd33" providerId="ADAL" clId="{AABC0D3D-5612-4062-8032-A0A82921A108}" dt="2026-08-13T15:43:22.006" v="1" actId="26606"/>
          <pc:sldLayoutMkLst>
            <pc:docMk/>
            <pc:sldMasterMk cId="923944521" sldId="2147483648"/>
            <pc:sldLayoutMk cId="0" sldId="2147483651"/>
          </pc:sldLayoutMkLst>
        </pc:sldLayoutChg>
        <pc:sldLayoutChg chg="add">
          <pc:chgData name="Dwayne Natwick" userId="1b0dde20-a9d8-43c2-bf65-7bd67e9bfd33" providerId="ADAL" clId="{AABC0D3D-5612-4062-8032-A0A82921A108}" dt="2026-08-13T15:43:22.006" v="1" actId="26606"/>
          <pc:sldLayoutMkLst>
            <pc:docMk/>
            <pc:sldMasterMk cId="923944521" sldId="2147483648"/>
            <pc:sldLayoutMk cId="0" sldId="2147483652"/>
          </pc:sldLayoutMkLst>
        </pc:sldLayoutChg>
        <pc:sldLayoutChg chg="modSp del mod ord">
          <pc:chgData name="Dwayne Natwick" userId="1b0dde20-a9d8-43c2-bf65-7bd67e9bfd33" providerId="ADAL" clId="{AABC0D3D-5612-4062-8032-A0A82921A108}" dt="2026-08-13T15:43:22.006" v="1" actId="26606"/>
          <pc:sldLayoutMkLst>
            <pc:docMk/>
            <pc:sldMasterMk cId="923944521" sldId="2147483648"/>
            <pc:sldLayoutMk cId="206734012" sldId="2147483653"/>
          </pc:sldLayoutMkLst>
          <pc:spChg chg="mod">
            <ac:chgData name="Dwayne Natwick" userId="1b0dde20-a9d8-43c2-bf65-7bd67e9bfd33" providerId="ADAL" clId="{AABC0D3D-5612-4062-8032-A0A82921A108}" dt="2026-08-13T15:43:22.006" v="1" actId="26606"/>
            <ac:spMkLst>
              <pc:docMk/>
              <pc:sldMasterMk cId="923944521" sldId="2147483648"/>
              <pc:sldLayoutMk cId="206734012" sldId="2147483653"/>
              <ac:spMk id="2" creationId="{8461089D-D892-B344-7AA1-819FF98A216F}"/>
            </ac:spMkLst>
          </pc:spChg>
          <pc:spChg chg="mod">
            <ac:chgData name="Dwayne Natwick" userId="1b0dde20-a9d8-43c2-bf65-7bd67e9bfd33" providerId="ADAL" clId="{AABC0D3D-5612-4062-8032-A0A82921A108}" dt="2026-08-13T15:43:22.006" v="1" actId="26606"/>
            <ac:spMkLst>
              <pc:docMk/>
              <pc:sldMasterMk cId="923944521" sldId="2147483648"/>
              <pc:sldLayoutMk cId="206734012" sldId="2147483653"/>
              <ac:spMk id="3" creationId="{B2936076-BF52-1D90-0611-61E233BD2058}"/>
            </ac:spMkLst>
          </pc:spChg>
          <pc:spChg chg="mod">
            <ac:chgData name="Dwayne Natwick" userId="1b0dde20-a9d8-43c2-bf65-7bd67e9bfd33" providerId="ADAL" clId="{AABC0D3D-5612-4062-8032-A0A82921A108}" dt="2026-08-13T15:43:22.006" v="1" actId="26606"/>
            <ac:spMkLst>
              <pc:docMk/>
              <pc:sldMasterMk cId="923944521" sldId="2147483648"/>
              <pc:sldLayoutMk cId="206734012" sldId="2147483653"/>
              <ac:spMk id="4" creationId="{4FC418C7-EEB0-F715-25D9-A5930C317AA4}"/>
            </ac:spMkLst>
          </pc:spChg>
          <pc:spChg chg="mod">
            <ac:chgData name="Dwayne Natwick" userId="1b0dde20-a9d8-43c2-bf65-7bd67e9bfd33" providerId="ADAL" clId="{AABC0D3D-5612-4062-8032-A0A82921A108}" dt="2026-08-13T15:43:22.006" v="1" actId="26606"/>
            <ac:spMkLst>
              <pc:docMk/>
              <pc:sldMasterMk cId="923944521" sldId="2147483648"/>
              <pc:sldLayoutMk cId="206734012" sldId="2147483653"/>
              <ac:spMk id="5" creationId="{E5D0CDB1-3D22-C2C2-6D5D-77A77BAF153D}"/>
            </ac:spMkLst>
          </pc:spChg>
          <pc:spChg chg="mod">
            <ac:chgData name="Dwayne Natwick" userId="1b0dde20-a9d8-43c2-bf65-7bd67e9bfd33" providerId="ADAL" clId="{AABC0D3D-5612-4062-8032-A0A82921A108}" dt="2026-08-13T15:43:22.006" v="1" actId="26606"/>
            <ac:spMkLst>
              <pc:docMk/>
              <pc:sldMasterMk cId="923944521" sldId="2147483648"/>
              <pc:sldLayoutMk cId="206734012" sldId="2147483653"/>
              <ac:spMk id="6" creationId="{2F01299D-77B4-4E74-6A3A-00404F13995D}"/>
            </ac:spMkLst>
          </pc:spChg>
          <pc:spChg chg="mod">
            <ac:chgData name="Dwayne Natwick" userId="1b0dde20-a9d8-43c2-bf65-7bd67e9bfd33" providerId="ADAL" clId="{AABC0D3D-5612-4062-8032-A0A82921A108}" dt="2026-08-13T15:43:22.006" v="1" actId="26606"/>
            <ac:spMkLst>
              <pc:docMk/>
              <pc:sldMasterMk cId="923944521" sldId="2147483648"/>
              <pc:sldLayoutMk cId="206734012" sldId="2147483653"/>
              <ac:spMk id="7" creationId="{BEFD7DAF-914D-D1C0-B566-7F67B4DC1380}"/>
            </ac:spMkLst>
          </pc:spChg>
          <pc:spChg chg="mod">
            <ac:chgData name="Dwayne Natwick" userId="1b0dde20-a9d8-43c2-bf65-7bd67e9bfd33" providerId="ADAL" clId="{AABC0D3D-5612-4062-8032-A0A82921A108}" dt="2026-08-13T15:43:22.006" v="1" actId="26606"/>
            <ac:spMkLst>
              <pc:docMk/>
              <pc:sldMasterMk cId="923944521" sldId="2147483648"/>
              <pc:sldLayoutMk cId="206734012" sldId="2147483653"/>
              <ac:spMk id="8" creationId="{A47E31FC-0C14-49D7-F918-EFEF6192D281}"/>
            </ac:spMkLst>
          </pc:spChg>
          <pc:spChg chg="mod">
            <ac:chgData name="Dwayne Natwick" userId="1b0dde20-a9d8-43c2-bf65-7bd67e9bfd33" providerId="ADAL" clId="{AABC0D3D-5612-4062-8032-A0A82921A108}" dt="2026-08-13T15:43:22.006" v="1" actId="26606"/>
            <ac:spMkLst>
              <pc:docMk/>
              <pc:sldMasterMk cId="923944521" sldId="2147483648"/>
              <pc:sldLayoutMk cId="206734012" sldId="2147483653"/>
              <ac:spMk id="9" creationId="{C8D80121-09D5-EA12-CE06-4E84E7589281}"/>
            </ac:spMkLst>
          </pc:spChg>
        </pc:sldLayoutChg>
        <pc:sldLayoutChg chg="modSp del mod ord">
          <pc:chgData name="Dwayne Natwick" userId="1b0dde20-a9d8-43c2-bf65-7bd67e9bfd33" providerId="ADAL" clId="{AABC0D3D-5612-4062-8032-A0A82921A108}" dt="2026-08-13T15:43:22.006" v="1" actId="26606"/>
          <pc:sldLayoutMkLst>
            <pc:docMk/>
            <pc:sldMasterMk cId="923944521" sldId="2147483648"/>
            <pc:sldLayoutMk cId="1664323707" sldId="2147483654"/>
          </pc:sldLayoutMkLst>
          <pc:spChg chg="mod">
            <ac:chgData name="Dwayne Natwick" userId="1b0dde20-a9d8-43c2-bf65-7bd67e9bfd33" providerId="ADAL" clId="{AABC0D3D-5612-4062-8032-A0A82921A108}" dt="2026-08-13T15:43:22.006" v="1" actId="26606"/>
            <ac:spMkLst>
              <pc:docMk/>
              <pc:sldMasterMk cId="923944521" sldId="2147483648"/>
              <pc:sldLayoutMk cId="1664323707" sldId="2147483654"/>
              <ac:spMk id="2" creationId="{16AC86EA-AFA1-A7D0-44C6-78D0367FAE1B}"/>
            </ac:spMkLst>
          </pc:spChg>
          <pc:spChg chg="mod">
            <ac:chgData name="Dwayne Natwick" userId="1b0dde20-a9d8-43c2-bf65-7bd67e9bfd33" providerId="ADAL" clId="{AABC0D3D-5612-4062-8032-A0A82921A108}" dt="2026-08-13T15:43:22.006" v="1" actId="26606"/>
            <ac:spMkLst>
              <pc:docMk/>
              <pc:sldMasterMk cId="923944521" sldId="2147483648"/>
              <pc:sldLayoutMk cId="1664323707" sldId="2147483654"/>
              <ac:spMk id="3" creationId="{DF307DF2-3F87-4172-F2D8-D96FD0DD5243}"/>
            </ac:spMkLst>
          </pc:spChg>
          <pc:spChg chg="mod">
            <ac:chgData name="Dwayne Natwick" userId="1b0dde20-a9d8-43c2-bf65-7bd67e9bfd33" providerId="ADAL" clId="{AABC0D3D-5612-4062-8032-A0A82921A108}" dt="2026-08-13T15:43:22.006" v="1" actId="26606"/>
            <ac:spMkLst>
              <pc:docMk/>
              <pc:sldMasterMk cId="923944521" sldId="2147483648"/>
              <pc:sldLayoutMk cId="1664323707" sldId="2147483654"/>
              <ac:spMk id="4" creationId="{7CE9D00E-DD17-33DC-7CFA-3FC6A5ECEE95}"/>
            </ac:spMkLst>
          </pc:spChg>
          <pc:spChg chg="mod">
            <ac:chgData name="Dwayne Natwick" userId="1b0dde20-a9d8-43c2-bf65-7bd67e9bfd33" providerId="ADAL" clId="{AABC0D3D-5612-4062-8032-A0A82921A108}" dt="2026-08-13T15:43:22.006" v="1" actId="26606"/>
            <ac:spMkLst>
              <pc:docMk/>
              <pc:sldMasterMk cId="923944521" sldId="2147483648"/>
              <pc:sldLayoutMk cId="1664323707" sldId="2147483654"/>
              <ac:spMk id="5" creationId="{21D996AE-20FB-1EF6-D42C-6AE2691756D4}"/>
            </ac:spMkLst>
          </pc:spChg>
        </pc:sldLayoutChg>
        <pc:sldLayoutChg chg="modSp del mod ord">
          <pc:chgData name="Dwayne Natwick" userId="1b0dde20-a9d8-43c2-bf65-7bd67e9bfd33" providerId="ADAL" clId="{AABC0D3D-5612-4062-8032-A0A82921A108}" dt="2026-08-13T15:43:22.006" v="1" actId="26606"/>
          <pc:sldLayoutMkLst>
            <pc:docMk/>
            <pc:sldMasterMk cId="923944521" sldId="2147483648"/>
            <pc:sldLayoutMk cId="2869982305" sldId="2147483655"/>
          </pc:sldLayoutMkLst>
          <pc:spChg chg="mod">
            <ac:chgData name="Dwayne Natwick" userId="1b0dde20-a9d8-43c2-bf65-7bd67e9bfd33" providerId="ADAL" clId="{AABC0D3D-5612-4062-8032-A0A82921A108}" dt="2026-08-13T15:43:22.006" v="1" actId="26606"/>
            <ac:spMkLst>
              <pc:docMk/>
              <pc:sldMasterMk cId="923944521" sldId="2147483648"/>
              <pc:sldLayoutMk cId="2869982305" sldId="2147483655"/>
              <ac:spMk id="2" creationId="{6A1B90C6-11AC-F576-DBA0-CAA89CF7EF18}"/>
            </ac:spMkLst>
          </pc:spChg>
          <pc:spChg chg="mod">
            <ac:chgData name="Dwayne Natwick" userId="1b0dde20-a9d8-43c2-bf65-7bd67e9bfd33" providerId="ADAL" clId="{AABC0D3D-5612-4062-8032-A0A82921A108}" dt="2026-08-13T15:43:22.006" v="1" actId="26606"/>
            <ac:spMkLst>
              <pc:docMk/>
              <pc:sldMasterMk cId="923944521" sldId="2147483648"/>
              <pc:sldLayoutMk cId="2869982305" sldId="2147483655"/>
              <ac:spMk id="3" creationId="{5F82E337-3DB9-8858-06A9-A7B84A58741C}"/>
            </ac:spMkLst>
          </pc:spChg>
          <pc:spChg chg="mod">
            <ac:chgData name="Dwayne Natwick" userId="1b0dde20-a9d8-43c2-bf65-7bd67e9bfd33" providerId="ADAL" clId="{AABC0D3D-5612-4062-8032-A0A82921A108}" dt="2026-08-13T15:43:22.006" v="1" actId="26606"/>
            <ac:spMkLst>
              <pc:docMk/>
              <pc:sldMasterMk cId="923944521" sldId="2147483648"/>
              <pc:sldLayoutMk cId="2869982305" sldId="2147483655"/>
              <ac:spMk id="4" creationId="{34C66685-8F4C-733B-F9F1-40C7FE69E221}"/>
            </ac:spMkLst>
          </pc:spChg>
        </pc:sldLayoutChg>
        <pc:sldLayoutChg chg="modSp del mod ord">
          <pc:chgData name="Dwayne Natwick" userId="1b0dde20-a9d8-43c2-bf65-7bd67e9bfd33" providerId="ADAL" clId="{AABC0D3D-5612-4062-8032-A0A82921A108}" dt="2026-08-13T15:43:22.006" v="1" actId="26606"/>
          <pc:sldLayoutMkLst>
            <pc:docMk/>
            <pc:sldMasterMk cId="923944521" sldId="2147483648"/>
            <pc:sldLayoutMk cId="3655535006" sldId="2147483656"/>
          </pc:sldLayoutMkLst>
          <pc:spChg chg="mod">
            <ac:chgData name="Dwayne Natwick" userId="1b0dde20-a9d8-43c2-bf65-7bd67e9bfd33" providerId="ADAL" clId="{AABC0D3D-5612-4062-8032-A0A82921A108}" dt="2026-08-13T15:43:22.006" v="1" actId="26606"/>
            <ac:spMkLst>
              <pc:docMk/>
              <pc:sldMasterMk cId="923944521" sldId="2147483648"/>
              <pc:sldLayoutMk cId="3655535006" sldId="2147483656"/>
              <ac:spMk id="2" creationId="{D9E5961A-D114-5477-EAE1-000E895F1CBC}"/>
            </ac:spMkLst>
          </pc:spChg>
          <pc:spChg chg="mod">
            <ac:chgData name="Dwayne Natwick" userId="1b0dde20-a9d8-43c2-bf65-7bd67e9bfd33" providerId="ADAL" clId="{AABC0D3D-5612-4062-8032-A0A82921A108}" dt="2026-08-13T15:43:22.006" v="1" actId="26606"/>
            <ac:spMkLst>
              <pc:docMk/>
              <pc:sldMasterMk cId="923944521" sldId="2147483648"/>
              <pc:sldLayoutMk cId="3655535006" sldId="2147483656"/>
              <ac:spMk id="3" creationId="{0DC640DC-F4FC-9582-CDFE-E628DAB2762C}"/>
            </ac:spMkLst>
          </pc:spChg>
          <pc:spChg chg="mod">
            <ac:chgData name="Dwayne Natwick" userId="1b0dde20-a9d8-43c2-bf65-7bd67e9bfd33" providerId="ADAL" clId="{AABC0D3D-5612-4062-8032-A0A82921A108}" dt="2026-08-13T15:43:22.006" v="1" actId="26606"/>
            <ac:spMkLst>
              <pc:docMk/>
              <pc:sldMasterMk cId="923944521" sldId="2147483648"/>
              <pc:sldLayoutMk cId="3655535006" sldId="2147483656"/>
              <ac:spMk id="4" creationId="{49334CCC-586E-6456-3673-1375A3678D1A}"/>
            </ac:spMkLst>
          </pc:spChg>
          <pc:spChg chg="mod">
            <ac:chgData name="Dwayne Natwick" userId="1b0dde20-a9d8-43c2-bf65-7bd67e9bfd33" providerId="ADAL" clId="{AABC0D3D-5612-4062-8032-A0A82921A108}" dt="2026-08-13T15:43:22.006" v="1" actId="26606"/>
            <ac:spMkLst>
              <pc:docMk/>
              <pc:sldMasterMk cId="923944521" sldId="2147483648"/>
              <pc:sldLayoutMk cId="3655535006" sldId="2147483656"/>
              <ac:spMk id="5" creationId="{55A1528E-DFE9-3DE1-A982-0EDE38B95F31}"/>
            </ac:spMkLst>
          </pc:spChg>
          <pc:spChg chg="mod">
            <ac:chgData name="Dwayne Natwick" userId="1b0dde20-a9d8-43c2-bf65-7bd67e9bfd33" providerId="ADAL" clId="{AABC0D3D-5612-4062-8032-A0A82921A108}" dt="2026-08-13T15:43:22.006" v="1" actId="26606"/>
            <ac:spMkLst>
              <pc:docMk/>
              <pc:sldMasterMk cId="923944521" sldId="2147483648"/>
              <pc:sldLayoutMk cId="3655535006" sldId="2147483656"/>
              <ac:spMk id="6" creationId="{FE987074-FB11-3A9D-F5F8-972208997C5D}"/>
            </ac:spMkLst>
          </pc:spChg>
          <pc:spChg chg="mod">
            <ac:chgData name="Dwayne Natwick" userId="1b0dde20-a9d8-43c2-bf65-7bd67e9bfd33" providerId="ADAL" clId="{AABC0D3D-5612-4062-8032-A0A82921A108}" dt="2026-08-13T15:43:22.006" v="1" actId="26606"/>
            <ac:spMkLst>
              <pc:docMk/>
              <pc:sldMasterMk cId="923944521" sldId="2147483648"/>
              <pc:sldLayoutMk cId="3655535006" sldId="2147483656"/>
              <ac:spMk id="7" creationId="{6F1347DD-8FE6-2D44-013E-4244CB6EF1F3}"/>
            </ac:spMkLst>
          </pc:spChg>
        </pc:sldLayoutChg>
        <pc:sldLayoutChg chg="modSp del mod ord">
          <pc:chgData name="Dwayne Natwick" userId="1b0dde20-a9d8-43c2-bf65-7bd67e9bfd33" providerId="ADAL" clId="{AABC0D3D-5612-4062-8032-A0A82921A108}" dt="2026-08-13T15:43:22.006" v="1" actId="26606"/>
          <pc:sldLayoutMkLst>
            <pc:docMk/>
            <pc:sldMasterMk cId="923944521" sldId="2147483648"/>
            <pc:sldLayoutMk cId="1255659962" sldId="2147483657"/>
          </pc:sldLayoutMkLst>
          <pc:spChg chg="mod">
            <ac:chgData name="Dwayne Natwick" userId="1b0dde20-a9d8-43c2-bf65-7bd67e9bfd33" providerId="ADAL" clId="{AABC0D3D-5612-4062-8032-A0A82921A108}" dt="2026-08-13T15:43:22.006" v="1" actId="26606"/>
            <ac:spMkLst>
              <pc:docMk/>
              <pc:sldMasterMk cId="923944521" sldId="2147483648"/>
              <pc:sldLayoutMk cId="1255659962" sldId="2147483657"/>
              <ac:spMk id="2" creationId="{33EEE298-D942-9C15-6E38-BB964E4D12B3}"/>
            </ac:spMkLst>
          </pc:spChg>
          <pc:spChg chg="mod">
            <ac:chgData name="Dwayne Natwick" userId="1b0dde20-a9d8-43c2-bf65-7bd67e9bfd33" providerId="ADAL" clId="{AABC0D3D-5612-4062-8032-A0A82921A108}" dt="2026-08-13T15:43:22.006" v="1" actId="26606"/>
            <ac:spMkLst>
              <pc:docMk/>
              <pc:sldMasterMk cId="923944521" sldId="2147483648"/>
              <pc:sldLayoutMk cId="1255659962" sldId="2147483657"/>
              <ac:spMk id="3" creationId="{1FA24233-ACEB-79DC-4E19-76C1D9101A43}"/>
            </ac:spMkLst>
          </pc:spChg>
          <pc:spChg chg="mod">
            <ac:chgData name="Dwayne Natwick" userId="1b0dde20-a9d8-43c2-bf65-7bd67e9bfd33" providerId="ADAL" clId="{AABC0D3D-5612-4062-8032-A0A82921A108}" dt="2026-08-13T15:43:22.006" v="1" actId="26606"/>
            <ac:spMkLst>
              <pc:docMk/>
              <pc:sldMasterMk cId="923944521" sldId="2147483648"/>
              <pc:sldLayoutMk cId="1255659962" sldId="2147483657"/>
              <ac:spMk id="4" creationId="{DA596603-C816-002E-AE92-1EDFE328DD92}"/>
            </ac:spMkLst>
          </pc:spChg>
          <pc:spChg chg="mod">
            <ac:chgData name="Dwayne Natwick" userId="1b0dde20-a9d8-43c2-bf65-7bd67e9bfd33" providerId="ADAL" clId="{AABC0D3D-5612-4062-8032-A0A82921A108}" dt="2026-08-13T15:43:22.006" v="1" actId="26606"/>
            <ac:spMkLst>
              <pc:docMk/>
              <pc:sldMasterMk cId="923944521" sldId="2147483648"/>
              <pc:sldLayoutMk cId="1255659962" sldId="2147483657"/>
              <ac:spMk id="5" creationId="{29AF6A2A-374C-213C-61C7-6DCD12FD2936}"/>
            </ac:spMkLst>
          </pc:spChg>
          <pc:spChg chg="mod">
            <ac:chgData name="Dwayne Natwick" userId="1b0dde20-a9d8-43c2-bf65-7bd67e9bfd33" providerId="ADAL" clId="{AABC0D3D-5612-4062-8032-A0A82921A108}" dt="2026-08-13T15:43:22.006" v="1" actId="26606"/>
            <ac:spMkLst>
              <pc:docMk/>
              <pc:sldMasterMk cId="923944521" sldId="2147483648"/>
              <pc:sldLayoutMk cId="1255659962" sldId="2147483657"/>
              <ac:spMk id="6" creationId="{31D7885D-7BBA-5D00-6DE0-DBF5E526DEAA}"/>
            </ac:spMkLst>
          </pc:spChg>
          <pc:spChg chg="mod">
            <ac:chgData name="Dwayne Natwick" userId="1b0dde20-a9d8-43c2-bf65-7bd67e9bfd33" providerId="ADAL" clId="{AABC0D3D-5612-4062-8032-A0A82921A108}" dt="2026-08-13T15:43:22.006" v="1" actId="26606"/>
            <ac:spMkLst>
              <pc:docMk/>
              <pc:sldMasterMk cId="923944521" sldId="2147483648"/>
              <pc:sldLayoutMk cId="1255659962" sldId="2147483657"/>
              <ac:spMk id="7" creationId="{F8DDA945-F71D-6E93-74D5-0EB8CD729472}"/>
            </ac:spMkLst>
          </pc:spChg>
        </pc:sldLayoutChg>
        <pc:sldLayoutChg chg="modSp del mod ord">
          <pc:chgData name="Dwayne Natwick" userId="1b0dde20-a9d8-43c2-bf65-7bd67e9bfd33" providerId="ADAL" clId="{AABC0D3D-5612-4062-8032-A0A82921A108}" dt="2026-08-13T15:43:22.006" v="1" actId="26606"/>
          <pc:sldLayoutMkLst>
            <pc:docMk/>
            <pc:sldMasterMk cId="923944521" sldId="2147483648"/>
            <pc:sldLayoutMk cId="2803280896" sldId="2147483658"/>
          </pc:sldLayoutMkLst>
          <pc:spChg chg="mod">
            <ac:chgData name="Dwayne Natwick" userId="1b0dde20-a9d8-43c2-bf65-7bd67e9bfd33" providerId="ADAL" clId="{AABC0D3D-5612-4062-8032-A0A82921A108}" dt="2026-08-13T15:43:22.006" v="1" actId="26606"/>
            <ac:spMkLst>
              <pc:docMk/>
              <pc:sldMasterMk cId="923944521" sldId="2147483648"/>
              <pc:sldLayoutMk cId="2803280896" sldId="2147483658"/>
              <ac:spMk id="2" creationId="{32BC9DFA-AC91-2797-F02D-A2AB30FE8B74}"/>
            </ac:spMkLst>
          </pc:spChg>
          <pc:spChg chg="mod">
            <ac:chgData name="Dwayne Natwick" userId="1b0dde20-a9d8-43c2-bf65-7bd67e9bfd33" providerId="ADAL" clId="{AABC0D3D-5612-4062-8032-A0A82921A108}" dt="2026-08-13T15:43:22.006" v="1" actId="26606"/>
            <ac:spMkLst>
              <pc:docMk/>
              <pc:sldMasterMk cId="923944521" sldId="2147483648"/>
              <pc:sldLayoutMk cId="2803280896" sldId="2147483658"/>
              <ac:spMk id="3" creationId="{2536AF5E-5011-3746-4D30-7AAC05274B95}"/>
            </ac:spMkLst>
          </pc:spChg>
          <pc:spChg chg="mod">
            <ac:chgData name="Dwayne Natwick" userId="1b0dde20-a9d8-43c2-bf65-7bd67e9bfd33" providerId="ADAL" clId="{AABC0D3D-5612-4062-8032-A0A82921A108}" dt="2026-08-13T15:43:22.006" v="1" actId="26606"/>
            <ac:spMkLst>
              <pc:docMk/>
              <pc:sldMasterMk cId="923944521" sldId="2147483648"/>
              <pc:sldLayoutMk cId="2803280896" sldId="2147483658"/>
              <ac:spMk id="4" creationId="{DCBD3598-99F1-5852-3686-2EECFAFF418D}"/>
            </ac:spMkLst>
          </pc:spChg>
          <pc:spChg chg="mod">
            <ac:chgData name="Dwayne Natwick" userId="1b0dde20-a9d8-43c2-bf65-7bd67e9bfd33" providerId="ADAL" clId="{AABC0D3D-5612-4062-8032-A0A82921A108}" dt="2026-08-13T15:43:22.006" v="1" actId="26606"/>
            <ac:spMkLst>
              <pc:docMk/>
              <pc:sldMasterMk cId="923944521" sldId="2147483648"/>
              <pc:sldLayoutMk cId="2803280896" sldId="2147483658"/>
              <ac:spMk id="5" creationId="{5B857589-C295-1087-9AEA-70CB0C6B6EB9}"/>
            </ac:spMkLst>
          </pc:spChg>
          <pc:spChg chg="mod">
            <ac:chgData name="Dwayne Natwick" userId="1b0dde20-a9d8-43c2-bf65-7bd67e9bfd33" providerId="ADAL" clId="{AABC0D3D-5612-4062-8032-A0A82921A108}" dt="2026-08-13T15:43:22.006" v="1" actId="26606"/>
            <ac:spMkLst>
              <pc:docMk/>
              <pc:sldMasterMk cId="923944521" sldId="2147483648"/>
              <pc:sldLayoutMk cId="2803280896" sldId="2147483658"/>
              <ac:spMk id="6" creationId="{363E9C8B-1B29-8937-6938-BBC6CCCDF96E}"/>
            </ac:spMkLst>
          </pc:spChg>
        </pc:sldLayoutChg>
        <pc:sldLayoutChg chg="modSp del mod ord">
          <pc:chgData name="Dwayne Natwick" userId="1b0dde20-a9d8-43c2-bf65-7bd67e9bfd33" providerId="ADAL" clId="{AABC0D3D-5612-4062-8032-A0A82921A108}" dt="2026-08-13T15:43:22.006" v="1" actId="26606"/>
          <pc:sldLayoutMkLst>
            <pc:docMk/>
            <pc:sldMasterMk cId="923944521" sldId="2147483648"/>
            <pc:sldLayoutMk cId="1934299278" sldId="2147483659"/>
          </pc:sldLayoutMkLst>
          <pc:spChg chg="mod">
            <ac:chgData name="Dwayne Natwick" userId="1b0dde20-a9d8-43c2-bf65-7bd67e9bfd33" providerId="ADAL" clId="{AABC0D3D-5612-4062-8032-A0A82921A108}" dt="2026-08-13T15:43:22.006" v="1" actId="26606"/>
            <ac:spMkLst>
              <pc:docMk/>
              <pc:sldMasterMk cId="923944521" sldId="2147483648"/>
              <pc:sldLayoutMk cId="1934299278" sldId="2147483659"/>
              <ac:spMk id="2" creationId="{8E105DB5-DC16-8574-511B-6D0936F9256D}"/>
            </ac:spMkLst>
          </pc:spChg>
          <pc:spChg chg="mod">
            <ac:chgData name="Dwayne Natwick" userId="1b0dde20-a9d8-43c2-bf65-7bd67e9bfd33" providerId="ADAL" clId="{AABC0D3D-5612-4062-8032-A0A82921A108}" dt="2026-08-13T15:43:22.006" v="1" actId="26606"/>
            <ac:spMkLst>
              <pc:docMk/>
              <pc:sldMasterMk cId="923944521" sldId="2147483648"/>
              <pc:sldLayoutMk cId="1934299278" sldId="2147483659"/>
              <ac:spMk id="3" creationId="{DE98EBA9-EEBE-ACEE-284A-90CCAD28B388}"/>
            </ac:spMkLst>
          </pc:spChg>
          <pc:spChg chg="mod">
            <ac:chgData name="Dwayne Natwick" userId="1b0dde20-a9d8-43c2-bf65-7bd67e9bfd33" providerId="ADAL" clId="{AABC0D3D-5612-4062-8032-A0A82921A108}" dt="2026-08-13T15:43:22.006" v="1" actId="26606"/>
            <ac:spMkLst>
              <pc:docMk/>
              <pc:sldMasterMk cId="923944521" sldId="2147483648"/>
              <pc:sldLayoutMk cId="1934299278" sldId="2147483659"/>
              <ac:spMk id="4" creationId="{6CEB88F0-94EC-854C-7A0E-A18CE8193C43}"/>
            </ac:spMkLst>
          </pc:spChg>
          <pc:spChg chg="mod">
            <ac:chgData name="Dwayne Natwick" userId="1b0dde20-a9d8-43c2-bf65-7bd67e9bfd33" providerId="ADAL" clId="{AABC0D3D-5612-4062-8032-A0A82921A108}" dt="2026-08-13T15:43:22.006" v="1" actId="26606"/>
            <ac:spMkLst>
              <pc:docMk/>
              <pc:sldMasterMk cId="923944521" sldId="2147483648"/>
              <pc:sldLayoutMk cId="1934299278" sldId="2147483659"/>
              <ac:spMk id="5" creationId="{2B25AF3B-2E76-3DF6-364E-DFEAB014431D}"/>
            </ac:spMkLst>
          </pc:spChg>
          <pc:spChg chg="mod">
            <ac:chgData name="Dwayne Natwick" userId="1b0dde20-a9d8-43c2-bf65-7bd67e9bfd33" providerId="ADAL" clId="{AABC0D3D-5612-4062-8032-A0A82921A108}" dt="2026-08-13T15:43:22.006" v="1" actId="26606"/>
            <ac:spMkLst>
              <pc:docMk/>
              <pc:sldMasterMk cId="923944521" sldId="2147483648"/>
              <pc:sldLayoutMk cId="1934299278" sldId="2147483659"/>
              <ac:spMk id="6" creationId="{CC64EE53-6739-3D5D-6724-0A3B798378EE}"/>
            </ac:spMkLst>
          </pc:spChg>
        </pc:sldLayoutChg>
        <pc:sldLayoutChg chg="modSp del mod ord">
          <pc:chgData name="Dwayne Natwick" userId="1b0dde20-a9d8-43c2-bf65-7bd67e9bfd33" providerId="ADAL" clId="{AABC0D3D-5612-4062-8032-A0A82921A108}" dt="2026-08-13T15:43:22.006" v="1" actId="26606"/>
          <pc:sldLayoutMkLst>
            <pc:docMk/>
            <pc:sldMasterMk cId="923944521" sldId="2147483648"/>
            <pc:sldLayoutMk cId="739794550" sldId="2147483661"/>
          </pc:sldLayoutMkLst>
          <pc:spChg chg="mod">
            <ac:chgData name="Dwayne Natwick" userId="1b0dde20-a9d8-43c2-bf65-7bd67e9bfd33" providerId="ADAL" clId="{AABC0D3D-5612-4062-8032-A0A82921A108}" dt="2026-08-13T15:43:22.006" v="1" actId="26606"/>
            <ac:spMkLst>
              <pc:docMk/>
              <pc:sldMasterMk cId="923944521" sldId="2147483648"/>
              <pc:sldLayoutMk cId="739794550" sldId="2147483661"/>
              <ac:spMk id="2" creationId="{F2E128F8-E4B1-1A5E-8A2B-D10E13805379}"/>
            </ac:spMkLst>
          </pc:spChg>
          <pc:spChg chg="mod">
            <ac:chgData name="Dwayne Natwick" userId="1b0dde20-a9d8-43c2-bf65-7bd67e9bfd33" providerId="ADAL" clId="{AABC0D3D-5612-4062-8032-A0A82921A108}" dt="2026-08-13T15:43:22.006" v="1" actId="26606"/>
            <ac:spMkLst>
              <pc:docMk/>
              <pc:sldMasterMk cId="923944521" sldId="2147483648"/>
              <pc:sldLayoutMk cId="739794550" sldId="2147483661"/>
              <ac:spMk id="3" creationId="{522F2366-75AC-F342-E6D6-6A0C5B7CF1E7}"/>
            </ac:spMkLst>
          </pc:spChg>
          <pc:spChg chg="mod">
            <ac:chgData name="Dwayne Natwick" userId="1b0dde20-a9d8-43c2-bf65-7bd67e9bfd33" providerId="ADAL" clId="{AABC0D3D-5612-4062-8032-A0A82921A108}" dt="2026-08-13T15:43:22.006" v="1" actId="26606"/>
            <ac:spMkLst>
              <pc:docMk/>
              <pc:sldMasterMk cId="923944521" sldId="2147483648"/>
              <pc:sldLayoutMk cId="739794550" sldId="2147483661"/>
              <ac:spMk id="4" creationId="{6BF4B9BE-B7F8-9866-2D9E-FA3C9381CB73}"/>
            </ac:spMkLst>
          </pc:spChg>
          <pc:spChg chg="mod">
            <ac:chgData name="Dwayne Natwick" userId="1b0dde20-a9d8-43c2-bf65-7bd67e9bfd33" providerId="ADAL" clId="{AABC0D3D-5612-4062-8032-A0A82921A108}" dt="2026-08-13T15:43:22.006" v="1" actId="26606"/>
            <ac:spMkLst>
              <pc:docMk/>
              <pc:sldMasterMk cId="923944521" sldId="2147483648"/>
              <pc:sldLayoutMk cId="739794550" sldId="2147483661"/>
              <ac:spMk id="5" creationId="{930305FA-7373-8330-B41C-E6DA327D852B}"/>
            </ac:spMkLst>
          </pc:spChg>
          <pc:spChg chg="mod">
            <ac:chgData name="Dwayne Natwick" userId="1b0dde20-a9d8-43c2-bf65-7bd67e9bfd33" providerId="ADAL" clId="{AABC0D3D-5612-4062-8032-A0A82921A108}" dt="2026-08-13T15:43:22.006" v="1" actId="26606"/>
            <ac:spMkLst>
              <pc:docMk/>
              <pc:sldMasterMk cId="923944521" sldId="2147483648"/>
              <pc:sldLayoutMk cId="739794550" sldId="2147483661"/>
              <ac:spMk id="6" creationId="{656C63E0-A16E-1D63-D811-6A381AB8BCE1}"/>
            </ac:spMkLst>
          </pc:spChg>
        </pc:sldLayoutChg>
        <pc:sldLayoutChg chg="modSp del mod ord">
          <pc:chgData name="Dwayne Natwick" userId="1b0dde20-a9d8-43c2-bf65-7bd67e9bfd33" providerId="ADAL" clId="{AABC0D3D-5612-4062-8032-A0A82921A108}" dt="2026-08-13T15:43:22.006" v="1" actId="26606"/>
          <pc:sldLayoutMkLst>
            <pc:docMk/>
            <pc:sldMasterMk cId="923944521" sldId="2147483648"/>
            <pc:sldLayoutMk cId="1993400256" sldId="2147483662"/>
          </pc:sldLayoutMkLst>
          <pc:spChg chg="mod">
            <ac:chgData name="Dwayne Natwick" userId="1b0dde20-a9d8-43c2-bf65-7bd67e9bfd33" providerId="ADAL" clId="{AABC0D3D-5612-4062-8032-A0A82921A108}" dt="2026-08-13T15:43:22.006" v="1" actId="26606"/>
            <ac:spMkLst>
              <pc:docMk/>
              <pc:sldMasterMk cId="923944521" sldId="2147483648"/>
              <pc:sldLayoutMk cId="1993400256" sldId="2147483662"/>
              <ac:spMk id="2" creationId="{2CC5EDCD-E9AF-4CFB-0307-CF409B5F660B}"/>
            </ac:spMkLst>
          </pc:spChg>
          <pc:spChg chg="mod">
            <ac:chgData name="Dwayne Natwick" userId="1b0dde20-a9d8-43c2-bf65-7bd67e9bfd33" providerId="ADAL" clId="{AABC0D3D-5612-4062-8032-A0A82921A108}" dt="2026-08-13T15:43:22.006" v="1" actId="26606"/>
            <ac:spMkLst>
              <pc:docMk/>
              <pc:sldMasterMk cId="923944521" sldId="2147483648"/>
              <pc:sldLayoutMk cId="1993400256" sldId="2147483662"/>
              <ac:spMk id="3" creationId="{6EB0BCCF-9D99-5453-C328-64C3DC5AC5C0}"/>
            </ac:spMkLst>
          </pc:spChg>
          <pc:spChg chg="mod">
            <ac:chgData name="Dwayne Natwick" userId="1b0dde20-a9d8-43c2-bf65-7bd67e9bfd33" providerId="ADAL" clId="{AABC0D3D-5612-4062-8032-A0A82921A108}" dt="2026-08-13T15:43:22.006" v="1" actId="26606"/>
            <ac:spMkLst>
              <pc:docMk/>
              <pc:sldMasterMk cId="923944521" sldId="2147483648"/>
              <pc:sldLayoutMk cId="1993400256" sldId="2147483662"/>
              <ac:spMk id="4" creationId="{05D763B8-EDDB-9D70-5EA5-DAF57679F21C}"/>
            </ac:spMkLst>
          </pc:spChg>
          <pc:spChg chg="mod">
            <ac:chgData name="Dwayne Natwick" userId="1b0dde20-a9d8-43c2-bf65-7bd67e9bfd33" providerId="ADAL" clId="{AABC0D3D-5612-4062-8032-A0A82921A108}" dt="2026-08-13T15:43:22.006" v="1" actId="26606"/>
            <ac:spMkLst>
              <pc:docMk/>
              <pc:sldMasterMk cId="923944521" sldId="2147483648"/>
              <pc:sldLayoutMk cId="1993400256" sldId="2147483662"/>
              <ac:spMk id="5" creationId="{AF0C1E06-268A-2EA5-9EB6-5BE9D429AC73}"/>
            </ac:spMkLst>
          </pc:spChg>
          <pc:spChg chg="mod">
            <ac:chgData name="Dwayne Natwick" userId="1b0dde20-a9d8-43c2-bf65-7bd67e9bfd33" providerId="ADAL" clId="{AABC0D3D-5612-4062-8032-A0A82921A108}" dt="2026-08-13T15:43:22.006" v="1" actId="26606"/>
            <ac:spMkLst>
              <pc:docMk/>
              <pc:sldMasterMk cId="923944521" sldId="2147483648"/>
              <pc:sldLayoutMk cId="1993400256" sldId="2147483662"/>
              <ac:spMk id="6" creationId="{66321CA4-0C15-8F9B-3A80-1994AC8998B2}"/>
            </ac:spMkLst>
          </pc:spChg>
        </pc:sldLayoutChg>
        <pc:sldLayoutChg chg="modSp del mod ord">
          <pc:chgData name="Dwayne Natwick" userId="1b0dde20-a9d8-43c2-bf65-7bd67e9bfd33" providerId="ADAL" clId="{AABC0D3D-5612-4062-8032-A0A82921A108}" dt="2026-08-13T15:43:22.006" v="1" actId="26606"/>
          <pc:sldLayoutMkLst>
            <pc:docMk/>
            <pc:sldMasterMk cId="923944521" sldId="2147483648"/>
            <pc:sldLayoutMk cId="1965591417" sldId="2147483663"/>
          </pc:sldLayoutMkLst>
          <pc:spChg chg="mod">
            <ac:chgData name="Dwayne Natwick" userId="1b0dde20-a9d8-43c2-bf65-7bd67e9bfd33" providerId="ADAL" clId="{AABC0D3D-5612-4062-8032-A0A82921A108}" dt="2026-08-13T15:43:22.006" v="1" actId="26606"/>
            <ac:spMkLst>
              <pc:docMk/>
              <pc:sldMasterMk cId="923944521" sldId="2147483648"/>
              <pc:sldLayoutMk cId="1965591417" sldId="2147483663"/>
              <ac:spMk id="2" creationId="{C12459E6-69C2-C6F1-1A85-D9E29375601A}"/>
            </ac:spMkLst>
          </pc:spChg>
          <pc:spChg chg="mod">
            <ac:chgData name="Dwayne Natwick" userId="1b0dde20-a9d8-43c2-bf65-7bd67e9bfd33" providerId="ADAL" clId="{AABC0D3D-5612-4062-8032-A0A82921A108}" dt="2026-08-13T15:43:22.006" v="1" actId="26606"/>
            <ac:spMkLst>
              <pc:docMk/>
              <pc:sldMasterMk cId="923944521" sldId="2147483648"/>
              <pc:sldLayoutMk cId="1965591417" sldId="2147483663"/>
              <ac:spMk id="3" creationId="{2DBA46C2-DC61-274B-8D6F-6F3008DE63A4}"/>
            </ac:spMkLst>
          </pc:spChg>
          <pc:spChg chg="mod">
            <ac:chgData name="Dwayne Natwick" userId="1b0dde20-a9d8-43c2-bf65-7bd67e9bfd33" providerId="ADAL" clId="{AABC0D3D-5612-4062-8032-A0A82921A108}" dt="2026-08-13T15:43:22.006" v="1" actId="26606"/>
            <ac:spMkLst>
              <pc:docMk/>
              <pc:sldMasterMk cId="923944521" sldId="2147483648"/>
              <pc:sldLayoutMk cId="1965591417" sldId="2147483663"/>
              <ac:spMk id="4" creationId="{17B1F17B-5D24-521E-3B7E-D23E08A8F188}"/>
            </ac:spMkLst>
          </pc:spChg>
          <pc:spChg chg="mod">
            <ac:chgData name="Dwayne Natwick" userId="1b0dde20-a9d8-43c2-bf65-7bd67e9bfd33" providerId="ADAL" clId="{AABC0D3D-5612-4062-8032-A0A82921A108}" dt="2026-08-13T15:43:22.006" v="1" actId="26606"/>
            <ac:spMkLst>
              <pc:docMk/>
              <pc:sldMasterMk cId="923944521" sldId="2147483648"/>
              <pc:sldLayoutMk cId="1965591417" sldId="2147483663"/>
              <ac:spMk id="5" creationId="{4769827F-080A-F10E-4E91-223E5C682F49}"/>
            </ac:spMkLst>
          </pc:spChg>
          <pc:spChg chg="mod">
            <ac:chgData name="Dwayne Natwick" userId="1b0dde20-a9d8-43c2-bf65-7bd67e9bfd33" providerId="ADAL" clId="{AABC0D3D-5612-4062-8032-A0A82921A108}" dt="2026-08-13T15:43:22.006" v="1" actId="26606"/>
            <ac:spMkLst>
              <pc:docMk/>
              <pc:sldMasterMk cId="923944521" sldId="2147483648"/>
              <pc:sldLayoutMk cId="1965591417" sldId="2147483663"/>
              <ac:spMk id="6" creationId="{CBC40863-482B-BEDF-F378-5DC2D7814289}"/>
            </ac:spMkLst>
          </pc:spChg>
        </pc:sldLayoutChg>
        <pc:sldLayoutChg chg="modSp del mod ord">
          <pc:chgData name="Dwayne Natwick" userId="1b0dde20-a9d8-43c2-bf65-7bd67e9bfd33" providerId="ADAL" clId="{AABC0D3D-5612-4062-8032-A0A82921A108}" dt="2026-08-13T15:43:22.006" v="1" actId="26606"/>
          <pc:sldLayoutMkLst>
            <pc:docMk/>
            <pc:sldMasterMk cId="923944521" sldId="2147483648"/>
            <pc:sldLayoutMk cId="1517267608" sldId="2147483664"/>
          </pc:sldLayoutMkLst>
          <pc:spChg chg="mod">
            <ac:chgData name="Dwayne Natwick" userId="1b0dde20-a9d8-43c2-bf65-7bd67e9bfd33" providerId="ADAL" clId="{AABC0D3D-5612-4062-8032-A0A82921A108}" dt="2026-08-13T15:43:22.006" v="1" actId="26606"/>
            <ac:spMkLst>
              <pc:docMk/>
              <pc:sldMasterMk cId="923944521" sldId="2147483648"/>
              <pc:sldLayoutMk cId="1517267608" sldId="2147483664"/>
              <ac:spMk id="2" creationId="{D0678D20-E2D8-BF67-3A7F-BE3648078DA2}"/>
            </ac:spMkLst>
          </pc:spChg>
          <pc:spChg chg="mod">
            <ac:chgData name="Dwayne Natwick" userId="1b0dde20-a9d8-43c2-bf65-7bd67e9bfd33" providerId="ADAL" clId="{AABC0D3D-5612-4062-8032-A0A82921A108}" dt="2026-08-13T15:43:22.006" v="1" actId="26606"/>
            <ac:spMkLst>
              <pc:docMk/>
              <pc:sldMasterMk cId="923944521" sldId="2147483648"/>
              <pc:sldLayoutMk cId="1517267608" sldId="2147483664"/>
              <ac:spMk id="3" creationId="{E6E2C181-738B-3AC4-DD34-8B6E2B05272C}"/>
            </ac:spMkLst>
          </pc:spChg>
          <pc:spChg chg="mod">
            <ac:chgData name="Dwayne Natwick" userId="1b0dde20-a9d8-43c2-bf65-7bd67e9bfd33" providerId="ADAL" clId="{AABC0D3D-5612-4062-8032-A0A82921A108}" dt="2026-08-13T15:43:22.006" v="1" actId="26606"/>
            <ac:spMkLst>
              <pc:docMk/>
              <pc:sldMasterMk cId="923944521" sldId="2147483648"/>
              <pc:sldLayoutMk cId="1517267608" sldId="2147483664"/>
              <ac:spMk id="4" creationId="{267EC687-9102-A813-05A4-FD40977AC87F}"/>
            </ac:spMkLst>
          </pc:spChg>
          <pc:spChg chg="mod">
            <ac:chgData name="Dwayne Natwick" userId="1b0dde20-a9d8-43c2-bf65-7bd67e9bfd33" providerId="ADAL" clId="{AABC0D3D-5612-4062-8032-A0A82921A108}" dt="2026-08-13T15:43:22.006" v="1" actId="26606"/>
            <ac:spMkLst>
              <pc:docMk/>
              <pc:sldMasterMk cId="923944521" sldId="2147483648"/>
              <pc:sldLayoutMk cId="1517267608" sldId="2147483664"/>
              <ac:spMk id="5" creationId="{D6E6A2AA-E5A0-39BA-7B9F-470ADFA44361}"/>
            </ac:spMkLst>
          </pc:spChg>
          <pc:spChg chg="mod">
            <ac:chgData name="Dwayne Natwick" userId="1b0dde20-a9d8-43c2-bf65-7bd67e9bfd33" providerId="ADAL" clId="{AABC0D3D-5612-4062-8032-A0A82921A108}" dt="2026-08-13T15:43:22.006" v="1" actId="26606"/>
            <ac:spMkLst>
              <pc:docMk/>
              <pc:sldMasterMk cId="923944521" sldId="2147483648"/>
              <pc:sldLayoutMk cId="1517267608" sldId="2147483664"/>
              <ac:spMk id="6" creationId="{B1A4B152-4BDC-67B3-00C3-C8C3850ED76F}"/>
            </ac:spMkLst>
          </pc:spChg>
          <pc:spChg chg="mod">
            <ac:chgData name="Dwayne Natwick" userId="1b0dde20-a9d8-43c2-bf65-7bd67e9bfd33" providerId="ADAL" clId="{AABC0D3D-5612-4062-8032-A0A82921A108}" dt="2026-08-13T15:43:22.006" v="1" actId="26606"/>
            <ac:spMkLst>
              <pc:docMk/>
              <pc:sldMasterMk cId="923944521" sldId="2147483648"/>
              <pc:sldLayoutMk cId="1517267608" sldId="2147483664"/>
              <ac:spMk id="7" creationId="{566662C3-5622-8A80-8B47-BEE2FF839C85}"/>
            </ac:spMkLst>
          </pc:spChg>
        </pc:sldLayoutChg>
      </pc:sldMasterChg>
      <pc:sldMasterChg chg="del replId modSldLayout sldLayoutOrd">
        <pc:chgData name="Dwayne Natwick" userId="1b0dde20-a9d8-43c2-bf65-7bd67e9bfd33" providerId="ADAL" clId="{AABC0D3D-5612-4062-8032-A0A82921A108}" dt="2026-08-13T15:43:22.006" v="1" actId="26606"/>
        <pc:sldMasterMkLst>
          <pc:docMk/>
          <pc:sldMasterMk cId="923944521" sldId="2147483660"/>
        </pc:sldMasterMkLst>
        <pc:sldLayoutChg chg="replId">
          <pc:chgData name="Dwayne Natwick" userId="1b0dde20-a9d8-43c2-bf65-7bd67e9bfd33" providerId="ADAL" clId="{AABC0D3D-5612-4062-8032-A0A82921A108}" dt="2026-08-13T15:43:21.920" v="0" actId="26606"/>
          <pc:sldLayoutMkLst>
            <pc:docMk/>
            <pc:sldMasterMk cId="923944521" sldId="2147483648"/>
            <pc:sldLayoutMk cId="739794550" sldId="2147483661"/>
          </pc:sldLayoutMkLst>
        </pc:sldLayoutChg>
        <pc:sldLayoutChg chg="replId">
          <pc:chgData name="Dwayne Natwick" userId="1b0dde20-a9d8-43c2-bf65-7bd67e9bfd33" providerId="ADAL" clId="{AABC0D3D-5612-4062-8032-A0A82921A108}" dt="2026-08-13T15:43:21.920" v="0" actId="26606"/>
          <pc:sldLayoutMkLst>
            <pc:docMk/>
            <pc:sldMasterMk cId="923944521" sldId="2147483648"/>
            <pc:sldLayoutMk cId="1993400256" sldId="2147483662"/>
          </pc:sldLayoutMkLst>
        </pc:sldLayoutChg>
        <pc:sldLayoutChg chg="replId">
          <pc:chgData name="Dwayne Natwick" userId="1b0dde20-a9d8-43c2-bf65-7bd67e9bfd33" providerId="ADAL" clId="{AABC0D3D-5612-4062-8032-A0A82921A108}" dt="2026-08-13T15:43:21.920" v="0" actId="26606"/>
          <pc:sldLayoutMkLst>
            <pc:docMk/>
            <pc:sldMasterMk cId="923944521" sldId="2147483648"/>
            <pc:sldLayoutMk cId="1965591417" sldId="2147483663"/>
          </pc:sldLayoutMkLst>
        </pc:sldLayoutChg>
        <pc:sldLayoutChg chg="replId">
          <pc:chgData name="Dwayne Natwick" userId="1b0dde20-a9d8-43c2-bf65-7bd67e9bfd33" providerId="ADAL" clId="{AABC0D3D-5612-4062-8032-A0A82921A108}" dt="2026-08-13T15:43:21.920" v="0" actId="26606"/>
          <pc:sldLayoutMkLst>
            <pc:docMk/>
            <pc:sldMasterMk cId="923944521" sldId="2147483648"/>
            <pc:sldLayoutMk cId="1517267608" sldId="214748366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22D3EE"/>
          </a:solidFill>
          <a:ln/>
        </p:spPr>
      </p:sp>
      <p:sp>
        <p:nvSpPr>
          <p:cNvPr id="3" name="Text 1"/>
          <p:cNvSpPr>
            <a:spLocks noGrp="1"/>
          </p:cNvSpPr>
          <p:nvPr>
            <p:ph type="title" idx="101" hasCustomPrompt="1"/>
          </p:nvPr>
        </p:nvSpPr>
        <p:spPr>
          <a:xfrm>
            <a:off x="640080" y="1600200"/>
            <a:ext cx="7863840" cy="1371600"/>
          </a:xfrm>
          <a:prstGeom prst="rect">
            <a:avLst/>
          </a:prstGeom>
          <a:noFill/>
          <a:ln/>
        </p:spPr>
        <p:txBody>
          <a:bodyPr wrap="square" rtlCol="0"/>
          <a:lstStyle>
            <a:lvl1pPr marL="0" indent="0">
              <a:buNone/>
              <a:defRPr lang="en-US" sz="4000" b="1" dirty="0">
                <a:solidFill>
                  <a:srgbClr val="FFFFFF"/>
                </a:solidFill>
                <a:latin typeface="Segoe UI" pitchFamily="34" charset="0"/>
                <a:ea typeface="Segoe UI" pitchFamily="34" charset="-122"/>
                <a:cs typeface="Segoe UI" pitchFamily="34" charset="-120"/>
              </a:defRPr>
            </a:lvl1pPr>
          </a:lstStyle>
          <a:p>
            <a:pPr marL="0" indent="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22D3EE"/>
          </a:solidFill>
          <a:ln/>
        </p:spPr>
      </p:sp>
      <p:sp>
        <p:nvSpPr>
          <p:cNvPr id="3" name="Shape 1"/>
          <p:cNvSpPr/>
          <p:nvPr/>
        </p:nvSpPr>
        <p:spPr>
          <a:xfrm>
            <a:off x="640080" y="932688"/>
            <a:ext cx="1005840" cy="45720"/>
          </a:xfrm>
          <a:prstGeom prst="rect">
            <a:avLst/>
          </a:prstGeom>
          <a:solidFill>
            <a:srgbClr val="22D3EE"/>
          </a:solidFill>
          <a:ln/>
        </p:spPr>
      </p:sp>
      <p:sp>
        <p:nvSpPr>
          <p:cNvPr id="4" name="Text 2"/>
          <p:cNvSpPr>
            <a:spLocks noGrp="1"/>
          </p:cNvSpPr>
          <p:nvPr>
            <p:ph type="title" idx="102" hasCustomPrompt="1"/>
          </p:nvPr>
        </p:nvSpPr>
        <p:spPr>
          <a:xfrm>
            <a:off x="640080" y="320040"/>
            <a:ext cx="7863840" cy="548640"/>
          </a:xfrm>
          <a:prstGeom prst="rect">
            <a:avLst/>
          </a:prstGeom>
          <a:noFill/>
          <a:ln/>
        </p:spPr>
        <p:txBody>
          <a:bodyPr wrap="square" rtlCol="0"/>
          <a:lstStyle>
            <a:lvl1pPr marL="0" indent="0">
              <a:buNone/>
              <a:defRPr lang="en-US" sz="2600" b="1" dirty="0">
                <a:solidFill>
                  <a:srgbClr val="FFFFFF"/>
                </a:solidFill>
                <a:latin typeface="Segoe UI" pitchFamily="34" charset="0"/>
                <a:ea typeface="Segoe UI" pitchFamily="34" charset="-122"/>
                <a:cs typeface="Segoe UI" pitchFamily="34" charset="-120"/>
              </a:defRPr>
            </a:lvl1pPr>
          </a:lstStyle>
          <a:p>
            <a:pPr marL="0" indent="0">
              <a:buNone/>
            </a:pPr>
            <a:endParaRPr lang="en-US" sz="2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2294B"/>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22D3EE"/>
          </a:solidFill>
          <a:ln/>
        </p:spPr>
      </p:sp>
      <p:sp>
        <p:nvSpPr>
          <p:cNvPr id="3" name="Text 1"/>
          <p:cNvSpPr>
            <a:spLocks noGrp="1"/>
          </p:cNvSpPr>
          <p:nvPr>
            <p:ph type="title" idx="101" hasCustomPrompt="1"/>
          </p:nvPr>
        </p:nvSpPr>
        <p:spPr>
          <a:xfrm>
            <a:off x="822960" y="1920240"/>
            <a:ext cx="7680960" cy="1097280"/>
          </a:xfrm>
          <a:prstGeom prst="rect">
            <a:avLst/>
          </a:prstGeom>
          <a:noFill/>
          <a:ln/>
        </p:spPr>
        <p:txBody>
          <a:bodyPr wrap="square" rtlCol="0"/>
          <a:lstStyle>
            <a:lvl1pPr marL="0" indent="0">
              <a:buNone/>
              <a:defRPr lang="en-US" sz="3400" b="1" dirty="0">
                <a:solidFill>
                  <a:srgbClr val="FFFFFF"/>
                </a:solidFill>
                <a:latin typeface="Segoe UI" pitchFamily="34" charset="0"/>
                <a:ea typeface="Segoe UI" pitchFamily="34" charset="-122"/>
                <a:cs typeface="Segoe UI" pitchFamily="34" charset="-120"/>
              </a:defRPr>
            </a:lvl1pPr>
          </a:lstStyle>
          <a:p>
            <a:pPr marL="0" indent="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394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051560"/>
            <a:ext cx="7863840" cy="274320"/>
          </a:xfrm>
          <a:prstGeom prst="rect">
            <a:avLst/>
          </a:prstGeom>
          <a:noFill/>
          <a:ln/>
        </p:spPr>
        <p:txBody>
          <a:bodyPr wrap="square" lIns="0" tIns="0" rIns="0" bIns="0" rtlCol="0" anchor="ctr"/>
          <a:lstStyle/>
          <a:p>
            <a:pPr marL="0" indent="0">
              <a:buNone/>
            </a:pPr>
            <a:endParaRPr lang="en-US" sz="1200" dirty="0"/>
          </a:p>
        </p:txBody>
      </p:sp>
      <p:sp>
        <p:nvSpPr>
          <p:cNvPr id="3" name="Text 1"/>
          <p:cNvSpPr>
            <a:spLocks noGrp="1"/>
          </p:cNvSpPr>
          <p:nvPr>
            <p:ph type="title" idx="101" hasCustomPrompt="1"/>
          </p:nvPr>
        </p:nvSpPr>
        <p:spPr>
          <a:xfrm>
            <a:off x="640080" y="1600200"/>
            <a:ext cx="7863840" cy="1371600"/>
          </a:xfrm>
          <a:prstGeom prst="rect">
            <a:avLst/>
          </a:prstGeom>
          <a:noFill/>
          <a:ln/>
        </p:spPr>
        <p:txBody>
          <a:bodyPr wrap="square" lIns="0" tIns="0" rIns="0" bIns="0" rtlCol="0" anchor="ctr"/>
          <a:lstStyle/>
          <a:p>
            <a:pPr marL="0" indent="0">
              <a:buNone/>
            </a:pPr>
            <a:r>
              <a:rPr lang="en-US" sz="4000" b="1" dirty="0">
                <a:solidFill>
                  <a:srgbClr val="FFFFFF"/>
                </a:solidFill>
                <a:latin typeface="Segoe UI" pitchFamily="34" charset="0"/>
                <a:ea typeface="Segoe UI" pitchFamily="34" charset="-122"/>
                <a:cs typeface="Segoe UI" pitchFamily="34" charset="-120"/>
              </a:rPr>
              <a:t>Microsoft Copilot for Outlook</a:t>
            </a:r>
            <a:endParaRPr lang="en-US" sz="4000" dirty="0"/>
          </a:p>
        </p:txBody>
      </p:sp>
      <p:sp>
        <p:nvSpPr>
          <p:cNvPr id="4" name="Text 2"/>
          <p:cNvSpPr/>
          <p:nvPr/>
        </p:nvSpPr>
        <p:spPr>
          <a:xfrm>
            <a:off x="640080" y="2926080"/>
            <a:ext cx="7498080" cy="548640"/>
          </a:xfrm>
          <a:prstGeom prst="rect">
            <a:avLst/>
          </a:prstGeom>
          <a:noFill/>
          <a:ln/>
        </p:spPr>
        <p:txBody>
          <a:bodyPr wrap="square" lIns="0" tIns="0" rIns="0" bIns="0" rtlCol="0" anchor="ctr"/>
          <a:lstStyle/>
          <a:p>
            <a:pPr marL="0" indent="0">
              <a:buNone/>
            </a:pPr>
            <a:r>
              <a:rPr lang="en-US" sz="1600" dirty="0">
                <a:solidFill>
                  <a:srgbClr val="A8C0D8"/>
                </a:solidFill>
                <a:latin typeface="Segoe UI" pitchFamily="34" charset="0"/>
                <a:ea typeface="Segoe UI" pitchFamily="34" charset="-122"/>
                <a:cs typeface="Segoe UI" pitchFamily="34" charset="-120"/>
              </a:rPr>
              <a:t>Beyond the Basics: Advanced Productivity, Communication, and Decision Support</a:t>
            </a:r>
            <a:endParaRPr lang="en-US" sz="1600" dirty="0"/>
          </a:p>
        </p:txBody>
      </p:sp>
      <p:sp>
        <p:nvSpPr>
          <p:cNvPr id="5" name="Divider">
            <a:extLst>
              <a:ext uri="{C183D7F6-B498-43B3-948B-1728B52AA6E4}">
                <adec:decorative xmlns:adec="http://schemas.microsoft.com/office/drawing/2017/decorative" val="1"/>
              </a:ext>
            </a:extLst>
          </p:cNvPr>
          <p:cNvSpPr/>
          <p:nvPr/>
        </p:nvSpPr>
        <p:spPr>
          <a:xfrm>
            <a:off x="640080" y="3703320"/>
            <a:ext cx="7863840" cy="18288"/>
          </a:xfrm>
          <a:prstGeom prst="rect">
            <a:avLst/>
          </a:prstGeom>
          <a:solidFill>
            <a:srgbClr val="0891B2"/>
          </a:solidFill>
          <a:ln/>
        </p:spPr>
        <p:txBody>
          <a:bodyPr/>
          <a:lstStyle/>
          <a:p>
            <a:endParaRPr lang="en-US"/>
          </a:p>
        </p:txBody>
      </p:sp>
      <p:sp>
        <p:nvSpPr>
          <p:cNvPr id="6" name="Text 4"/>
          <p:cNvSpPr/>
          <p:nvPr/>
        </p:nvSpPr>
        <p:spPr>
          <a:xfrm>
            <a:off x="640080" y="3886200"/>
            <a:ext cx="7863840" cy="365760"/>
          </a:xfrm>
          <a:prstGeom prst="rect">
            <a:avLst/>
          </a:prstGeom>
          <a:noFill/>
          <a:ln/>
        </p:spPr>
        <p:txBody>
          <a:bodyPr wrap="square" lIns="0" tIns="0" rIns="0" bIns="0" rtlCol="0" anchor="ctr"/>
          <a:lstStyle/>
          <a:p>
            <a:pPr marL="0" indent="0">
              <a:buNone/>
            </a:pPr>
            <a:r>
              <a:rPr lang="en-US" sz="1200" dirty="0">
                <a:solidFill>
                  <a:srgbClr val="A8C0D8"/>
                </a:solidFill>
                <a:latin typeface="Segoe UI" pitchFamily="34" charset="0"/>
                <a:ea typeface="Segoe UI" pitchFamily="34" charset="-122"/>
                <a:cs typeface="Segoe UI" pitchFamily="34" charset="-120"/>
              </a:rPr>
              <a:t>Microsoft 365 G3 Copilot  |  GCC Environment  |  60-Minute Virtual ILT  |  August 19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320040"/>
            <a:ext cx="786384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Session Overview</a:t>
            </a:r>
            <a:endParaRPr lang="en-US" sz="2600" dirty="0"/>
          </a:p>
        </p:txBody>
      </p:sp>
      <p:sp>
        <p:nvSpPr>
          <p:cNvPr id="3" name="Text 1"/>
          <p:cNvSpPr/>
          <p:nvPr/>
        </p:nvSpPr>
        <p:spPr>
          <a:xfrm>
            <a:off x="640080" y="1078992"/>
            <a:ext cx="786384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Segoe UI" pitchFamily="34" charset="0"/>
                <a:ea typeface="Segoe UI" pitchFamily="34" charset="-122"/>
                <a:cs typeface="Segoe UI" pitchFamily="34" charset="-120"/>
              </a:rPr>
              <a:t>WHY THIS SESSION</a:t>
            </a:r>
            <a:endParaRPr lang="en-US" sz="1100" dirty="0"/>
          </a:p>
        </p:txBody>
      </p:sp>
      <p:sp>
        <p:nvSpPr>
          <p:cNvPr id="4" name="Text 2"/>
          <p:cNvSpPr/>
          <p:nvPr/>
        </p:nvSpPr>
        <p:spPr>
          <a:xfrm>
            <a:off x="640080" y="1417320"/>
            <a:ext cx="7863840" cy="822960"/>
          </a:xfrm>
          <a:prstGeom prst="rect">
            <a:avLst/>
          </a:prstGeom>
          <a:noFill/>
          <a:ln/>
        </p:spPr>
        <p:txBody>
          <a:bodyPr wrap="square" lIns="0" tIns="0" rIns="0" bIns="0" rtlCol="0" anchor="ctr"/>
          <a:lstStyle/>
          <a:p>
            <a:pPr marL="0" indent="0">
              <a:buNone/>
            </a:pPr>
            <a:r>
              <a:rPr lang="en-US" sz="1400" dirty="0">
                <a:solidFill>
                  <a:srgbClr val="FFFFFF"/>
                </a:solidFill>
                <a:latin typeface="Segoe UI" pitchFamily="34" charset="0"/>
                <a:ea typeface="Segoe UI" pitchFamily="34" charset="-122"/>
                <a:cs typeface="Segoe UI" pitchFamily="34" charset="-120"/>
              </a:rPr>
              <a:t>Move past basic drafting and summarizing. This session shows how Copilot helps staff manage high email volume, sharpen stakeholder communication, speed decisions, and cut administrative burden while meeting government communication standards.</a:t>
            </a:r>
            <a:endParaRPr lang="en-US" sz="1400" dirty="0"/>
          </a:p>
        </p:txBody>
      </p:sp>
      <p:sp>
        <p:nvSpPr>
          <p:cNvPr id="5" name="Objectives panel">
            <a:extLst>
              <a:ext uri="{C183D7F6-B498-43B3-948B-1728B52AA6E4}">
                <adec:decorative xmlns:adec="http://schemas.microsoft.com/office/drawing/2017/decorative" val="1"/>
              </a:ext>
            </a:extLst>
          </p:cNvPr>
          <p:cNvSpPr/>
          <p:nvPr/>
        </p:nvSpPr>
        <p:spPr>
          <a:xfrm>
            <a:off x="640080" y="2377440"/>
            <a:ext cx="7863840" cy="2286000"/>
          </a:xfrm>
          <a:prstGeom prst="rect">
            <a:avLst/>
          </a:prstGeom>
          <a:solidFill>
            <a:srgbClr val="173458"/>
          </a:solidFill>
          <a:ln/>
        </p:spPr>
        <p:txBody>
          <a:bodyPr/>
          <a:lstStyle/>
          <a:p>
            <a:endParaRPr lang="en-US"/>
          </a:p>
        </p:txBody>
      </p:sp>
      <p:sp>
        <p:nvSpPr>
          <p:cNvPr id="6" name="Text 4"/>
          <p:cNvSpPr/>
          <p:nvPr/>
        </p:nvSpPr>
        <p:spPr>
          <a:xfrm>
            <a:off x="868680" y="2514600"/>
            <a:ext cx="7315200" cy="228600"/>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BY THE END, PARTICIPANTS CAN</a:t>
            </a:r>
            <a:endParaRPr lang="en-US" sz="1000" dirty="0"/>
          </a:p>
        </p:txBody>
      </p:sp>
      <p:sp>
        <p:nvSpPr>
          <p:cNvPr id="7" name="Text 5"/>
          <p:cNvSpPr/>
          <p:nvPr/>
        </p:nvSpPr>
        <p:spPr>
          <a:xfrm>
            <a:off x="868680" y="2834640"/>
            <a:ext cx="365760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A8C0D8"/>
                </a:solidFill>
                <a:latin typeface="Segoe UI" pitchFamily="34" charset="0"/>
                <a:ea typeface="Segoe UI" pitchFamily="34" charset="-122"/>
                <a:cs typeface="Segoe UI" pitchFamily="34" charset="-120"/>
              </a:rPr>
              <a:t>Optimize email management with contextual Copilot prompts</a:t>
            </a:r>
            <a:endParaRPr lang="en-US" sz="1200" dirty="0"/>
          </a:p>
          <a:p>
            <a:pPr marL="342900" indent="-342900">
              <a:spcAft>
                <a:spcPts val="600"/>
              </a:spcAft>
              <a:buSzPct val="100000"/>
              <a:buChar char="•"/>
            </a:pPr>
            <a:r>
              <a:rPr lang="en-US" sz="1200" dirty="0">
                <a:solidFill>
                  <a:srgbClr val="A8C0D8"/>
                </a:solidFill>
                <a:latin typeface="Segoe UI" pitchFamily="34" charset="0"/>
                <a:ea typeface="Segoe UI" pitchFamily="34" charset="-122"/>
                <a:cs typeface="Segoe UI" pitchFamily="34" charset="-120"/>
              </a:rPr>
              <a:t>Extract decisions, risks, and action items from long threads</a:t>
            </a:r>
            <a:endParaRPr lang="en-US" sz="1200" dirty="0"/>
          </a:p>
          <a:p>
            <a:pPr marL="342900" indent="-342900">
              <a:spcAft>
                <a:spcPts val="600"/>
              </a:spcAft>
              <a:buSzPct val="100000"/>
              <a:buChar char="•"/>
            </a:pPr>
            <a:r>
              <a:rPr lang="en-US" sz="1200" dirty="0">
                <a:solidFill>
                  <a:srgbClr val="A8C0D8"/>
                </a:solidFill>
                <a:latin typeface="Segoe UI" pitchFamily="34" charset="0"/>
                <a:ea typeface="Segoe UI" pitchFamily="34" charset="-122"/>
                <a:cs typeface="Segoe UI" pitchFamily="34" charset="-120"/>
              </a:rPr>
              <a:t>Draft stakeholder-specific communications with the right tone</a:t>
            </a:r>
            <a:endParaRPr lang="en-US" sz="1200" dirty="0"/>
          </a:p>
          <a:p>
            <a:pPr marL="342900" indent="-342900">
              <a:spcAft>
                <a:spcPts val="600"/>
              </a:spcAft>
              <a:buSzPct val="100000"/>
              <a:buChar char="•"/>
            </a:pPr>
            <a:r>
              <a:rPr lang="en-US" sz="1200" dirty="0">
                <a:solidFill>
                  <a:srgbClr val="A8C0D8"/>
                </a:solidFill>
                <a:latin typeface="Segoe UI" pitchFamily="34" charset="0"/>
                <a:ea typeface="Segoe UI" pitchFamily="34" charset="-122"/>
                <a:cs typeface="Segoe UI" pitchFamily="34" charset="-120"/>
              </a:rPr>
              <a:t>Prepare for meetings directly from email conversations</a:t>
            </a:r>
            <a:endParaRPr lang="en-US" sz="1200" dirty="0"/>
          </a:p>
        </p:txBody>
      </p:sp>
      <p:sp>
        <p:nvSpPr>
          <p:cNvPr id="8" name="Text 6"/>
          <p:cNvSpPr/>
          <p:nvPr/>
        </p:nvSpPr>
        <p:spPr>
          <a:xfrm>
            <a:off x="4709160" y="2834640"/>
            <a:ext cx="365760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A8C0D8"/>
                </a:solidFill>
                <a:latin typeface="Segoe UI" pitchFamily="34" charset="0"/>
                <a:ea typeface="Segoe UI" pitchFamily="34" charset="-122"/>
                <a:cs typeface="Segoe UI" pitchFamily="34" charset="-120"/>
              </a:rPr>
              <a:t>Create executive summaries and status updates from Outlook</a:t>
            </a:r>
            <a:endParaRPr lang="en-US" sz="1200" dirty="0"/>
          </a:p>
          <a:p>
            <a:pPr marL="342900" indent="-342900">
              <a:spcAft>
                <a:spcPts val="600"/>
              </a:spcAft>
              <a:buSzPct val="100000"/>
              <a:buChar char="•"/>
            </a:pPr>
            <a:r>
              <a:rPr lang="en-US" sz="1200" dirty="0">
                <a:solidFill>
                  <a:srgbClr val="A8C0D8"/>
                </a:solidFill>
                <a:latin typeface="Segoe UI" pitchFamily="34" charset="0"/>
                <a:ea typeface="Segoe UI" pitchFamily="34" charset="-122"/>
                <a:cs typeface="Segoe UI" pitchFamily="34" charset="-120"/>
              </a:rPr>
              <a:t>Improve responsiveness while staying compliant</a:t>
            </a:r>
            <a:endParaRPr lang="en-US" sz="1200" dirty="0"/>
          </a:p>
          <a:p>
            <a:pPr marL="342900" indent="-342900">
              <a:spcAft>
                <a:spcPts val="600"/>
              </a:spcAft>
              <a:buSzPct val="100000"/>
              <a:buChar char="•"/>
            </a:pPr>
            <a:r>
              <a:rPr lang="en-US" sz="1200" dirty="0">
                <a:solidFill>
                  <a:srgbClr val="A8C0D8"/>
                </a:solidFill>
                <a:latin typeface="Segoe UI" pitchFamily="34" charset="0"/>
                <a:ea typeface="Segoe UI" pitchFamily="34" charset="-122"/>
                <a:cs typeface="Segoe UI" pitchFamily="34" charset="-120"/>
              </a:rPr>
              <a:t>Build reusable prompting techniques for daily work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320040"/>
            <a:ext cx="786384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Agenda</a:t>
            </a:r>
            <a:endParaRPr lang="en-US" sz="2600" dirty="0"/>
          </a:p>
        </p:txBody>
      </p:sp>
      <p:sp>
        <p:nvSpPr>
          <p:cNvPr id="3" name="Text 1"/>
          <p:cNvSpPr/>
          <p:nvPr/>
        </p:nvSpPr>
        <p:spPr>
          <a:xfrm>
            <a:off x="640080" y="1078992"/>
            <a:ext cx="786384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Segoe UI" pitchFamily="34" charset="0"/>
                <a:ea typeface="Segoe UI" pitchFamily="34" charset="-122"/>
                <a:cs typeface="Segoe UI" pitchFamily="34" charset="-120"/>
              </a:rPr>
              <a:t>60 MINUTES</a:t>
            </a:r>
            <a:endParaRPr lang="en-US" sz="1100" dirty="0"/>
          </a:p>
        </p:txBody>
      </p:sp>
      <p:sp>
        <p:nvSpPr>
          <p:cNvPr id="4" name="Agenda row">
            <a:extLst>
              <a:ext uri="{C183D7F6-B498-43B3-948B-1728B52AA6E4}">
                <adec:decorative xmlns:adec="http://schemas.microsoft.com/office/drawing/2017/decorative" val="1"/>
              </a:ext>
            </a:extLst>
          </p:cNvPr>
          <p:cNvSpPr/>
          <p:nvPr/>
        </p:nvSpPr>
        <p:spPr>
          <a:xfrm>
            <a:off x="640080" y="1463040"/>
            <a:ext cx="7863840" cy="457200"/>
          </a:xfrm>
          <a:prstGeom prst="rect">
            <a:avLst/>
          </a:prstGeom>
          <a:solidFill>
            <a:srgbClr val="173458"/>
          </a:solidFill>
          <a:ln/>
        </p:spPr>
        <p:txBody>
          <a:bodyPr/>
          <a:lstStyle/>
          <a:p>
            <a:endParaRPr lang="en-US"/>
          </a:p>
        </p:txBody>
      </p:sp>
      <p:sp>
        <p:nvSpPr>
          <p:cNvPr id="5" name="Text 3"/>
          <p:cNvSpPr/>
          <p:nvPr/>
        </p:nvSpPr>
        <p:spPr>
          <a:xfrm>
            <a:off x="868680" y="1463040"/>
            <a:ext cx="1371600" cy="457200"/>
          </a:xfrm>
          <a:prstGeom prst="rect">
            <a:avLst/>
          </a:prstGeom>
          <a:noFill/>
          <a:ln/>
        </p:spPr>
        <p:txBody>
          <a:bodyPr wrap="square" lIns="0" tIns="0" rIns="0" bIns="0" rtlCol="0" anchor="ctr"/>
          <a:lstStyle/>
          <a:p>
            <a:pPr marL="0" indent="0">
              <a:buNone/>
            </a:pPr>
            <a:r>
              <a:rPr lang="en-US" sz="1300" b="1" dirty="0">
                <a:solidFill>
                  <a:srgbClr val="22D3EE"/>
                </a:solidFill>
                <a:latin typeface="Segoe UI" pitchFamily="34" charset="0"/>
                <a:ea typeface="Segoe UI" pitchFamily="34" charset="-122"/>
                <a:cs typeface="Segoe UI" pitchFamily="34" charset="-120"/>
              </a:rPr>
              <a:t>0:00 - 0:05</a:t>
            </a:r>
            <a:endParaRPr lang="en-US" sz="1300" dirty="0"/>
          </a:p>
        </p:txBody>
      </p:sp>
      <p:sp>
        <p:nvSpPr>
          <p:cNvPr id="6" name="Text 4"/>
          <p:cNvSpPr/>
          <p:nvPr/>
        </p:nvSpPr>
        <p:spPr>
          <a:xfrm>
            <a:off x="2377440" y="1463040"/>
            <a:ext cx="5943600" cy="457200"/>
          </a:xfrm>
          <a:prstGeom prst="rect">
            <a:avLst/>
          </a:prstGeom>
          <a:noFill/>
          <a:ln/>
        </p:spPr>
        <p:txBody>
          <a:bodyPr wrap="square" lIns="0" tIns="0" rIns="0" bIns="0"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Welcome &amp; What's New Beyond Basic Email Drafting</a:t>
            </a:r>
            <a:endParaRPr lang="en-US" sz="1300" dirty="0"/>
          </a:p>
        </p:txBody>
      </p:sp>
      <p:sp>
        <p:nvSpPr>
          <p:cNvPr id="7" name="Agenda row">
            <a:extLst>
              <a:ext uri="{C183D7F6-B498-43B3-948B-1728B52AA6E4}">
                <adec:decorative xmlns:adec="http://schemas.microsoft.com/office/drawing/2017/decorative" val="1"/>
              </a:ext>
            </a:extLst>
          </p:cNvPr>
          <p:cNvSpPr/>
          <p:nvPr/>
        </p:nvSpPr>
        <p:spPr>
          <a:xfrm>
            <a:off x="640080" y="2029968"/>
            <a:ext cx="7863840" cy="457200"/>
          </a:xfrm>
          <a:prstGeom prst="rect">
            <a:avLst/>
          </a:prstGeom>
          <a:solidFill>
            <a:srgbClr val="12294B"/>
          </a:solidFill>
          <a:ln/>
        </p:spPr>
        <p:txBody>
          <a:bodyPr/>
          <a:lstStyle/>
          <a:p>
            <a:endParaRPr lang="en-US"/>
          </a:p>
        </p:txBody>
      </p:sp>
      <p:sp>
        <p:nvSpPr>
          <p:cNvPr id="8" name="Text 6"/>
          <p:cNvSpPr/>
          <p:nvPr/>
        </p:nvSpPr>
        <p:spPr>
          <a:xfrm>
            <a:off x="868680" y="2029968"/>
            <a:ext cx="1371600" cy="457200"/>
          </a:xfrm>
          <a:prstGeom prst="rect">
            <a:avLst/>
          </a:prstGeom>
          <a:noFill/>
          <a:ln/>
        </p:spPr>
        <p:txBody>
          <a:bodyPr wrap="square" lIns="0" tIns="0" rIns="0" bIns="0" rtlCol="0" anchor="ctr"/>
          <a:lstStyle/>
          <a:p>
            <a:pPr marL="0" indent="0">
              <a:buNone/>
            </a:pPr>
            <a:r>
              <a:rPr lang="en-US" sz="1300" b="1" dirty="0">
                <a:solidFill>
                  <a:srgbClr val="22D3EE"/>
                </a:solidFill>
                <a:latin typeface="Segoe UI" pitchFamily="34" charset="0"/>
                <a:ea typeface="Segoe UI" pitchFamily="34" charset="-122"/>
                <a:cs typeface="Segoe UI" pitchFamily="34" charset="-120"/>
              </a:rPr>
              <a:t>0:05 - 0:15</a:t>
            </a:r>
            <a:endParaRPr lang="en-US" sz="1300" dirty="0"/>
          </a:p>
        </p:txBody>
      </p:sp>
      <p:sp>
        <p:nvSpPr>
          <p:cNvPr id="9" name="Text 7"/>
          <p:cNvSpPr/>
          <p:nvPr/>
        </p:nvSpPr>
        <p:spPr>
          <a:xfrm>
            <a:off x="2377440" y="2029968"/>
            <a:ext cx="5943600" cy="457200"/>
          </a:xfrm>
          <a:prstGeom prst="rect">
            <a:avLst/>
          </a:prstGeom>
          <a:noFill/>
          <a:ln/>
        </p:spPr>
        <p:txBody>
          <a:bodyPr wrap="square" lIns="0" tIns="0" rIns="0" bIns="0"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Advanced Email Summarization and Thread Analysis</a:t>
            </a:r>
            <a:endParaRPr lang="en-US" sz="1300" dirty="0"/>
          </a:p>
        </p:txBody>
      </p:sp>
      <p:sp>
        <p:nvSpPr>
          <p:cNvPr id="10" name="Agenda row">
            <a:extLst>
              <a:ext uri="{C183D7F6-B498-43B3-948B-1728B52AA6E4}">
                <adec:decorative xmlns:adec="http://schemas.microsoft.com/office/drawing/2017/decorative" val="1"/>
              </a:ext>
            </a:extLst>
          </p:cNvPr>
          <p:cNvSpPr/>
          <p:nvPr/>
        </p:nvSpPr>
        <p:spPr>
          <a:xfrm>
            <a:off x="640080" y="2596896"/>
            <a:ext cx="7863840" cy="457200"/>
          </a:xfrm>
          <a:prstGeom prst="rect">
            <a:avLst/>
          </a:prstGeom>
          <a:solidFill>
            <a:srgbClr val="173458"/>
          </a:solidFill>
          <a:ln/>
        </p:spPr>
        <p:txBody>
          <a:bodyPr/>
          <a:lstStyle/>
          <a:p>
            <a:endParaRPr lang="en-US"/>
          </a:p>
        </p:txBody>
      </p:sp>
      <p:sp>
        <p:nvSpPr>
          <p:cNvPr id="11" name="Text 9"/>
          <p:cNvSpPr/>
          <p:nvPr/>
        </p:nvSpPr>
        <p:spPr>
          <a:xfrm>
            <a:off x="868680" y="2596896"/>
            <a:ext cx="1371600" cy="457200"/>
          </a:xfrm>
          <a:prstGeom prst="rect">
            <a:avLst/>
          </a:prstGeom>
          <a:noFill/>
          <a:ln/>
        </p:spPr>
        <p:txBody>
          <a:bodyPr wrap="square" lIns="0" tIns="0" rIns="0" bIns="0" rtlCol="0" anchor="ctr"/>
          <a:lstStyle/>
          <a:p>
            <a:pPr marL="0" indent="0">
              <a:buNone/>
            </a:pPr>
            <a:r>
              <a:rPr lang="en-US" sz="1300" b="1" dirty="0">
                <a:solidFill>
                  <a:srgbClr val="22D3EE"/>
                </a:solidFill>
                <a:latin typeface="Segoe UI" pitchFamily="34" charset="0"/>
                <a:ea typeface="Segoe UI" pitchFamily="34" charset="-122"/>
                <a:cs typeface="Segoe UI" pitchFamily="34" charset="-120"/>
              </a:rPr>
              <a:t>0:15 - 0:30</a:t>
            </a:r>
            <a:endParaRPr lang="en-US" sz="1300" dirty="0"/>
          </a:p>
        </p:txBody>
      </p:sp>
      <p:sp>
        <p:nvSpPr>
          <p:cNvPr id="12" name="Text 10"/>
          <p:cNvSpPr/>
          <p:nvPr/>
        </p:nvSpPr>
        <p:spPr>
          <a:xfrm>
            <a:off x="2377440" y="2596896"/>
            <a:ext cx="5943600" cy="457200"/>
          </a:xfrm>
          <a:prstGeom prst="rect">
            <a:avLst/>
          </a:prstGeom>
          <a:noFill/>
          <a:ln/>
        </p:spPr>
        <p:txBody>
          <a:bodyPr wrap="square" lIns="0" tIns="0" rIns="0" bIns="0"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Stakeholder Communication and Executive Correspondence</a:t>
            </a:r>
            <a:endParaRPr lang="en-US" sz="1300" dirty="0"/>
          </a:p>
        </p:txBody>
      </p:sp>
      <p:sp>
        <p:nvSpPr>
          <p:cNvPr id="13" name="Agenda row">
            <a:extLst>
              <a:ext uri="{C183D7F6-B498-43B3-948B-1728B52AA6E4}">
                <adec:decorative xmlns:adec="http://schemas.microsoft.com/office/drawing/2017/decorative" val="1"/>
              </a:ext>
            </a:extLst>
          </p:cNvPr>
          <p:cNvSpPr/>
          <p:nvPr/>
        </p:nvSpPr>
        <p:spPr>
          <a:xfrm>
            <a:off x="640080" y="3163824"/>
            <a:ext cx="7863840" cy="457200"/>
          </a:xfrm>
          <a:prstGeom prst="rect">
            <a:avLst/>
          </a:prstGeom>
          <a:solidFill>
            <a:srgbClr val="12294B"/>
          </a:solidFill>
          <a:ln/>
        </p:spPr>
        <p:txBody>
          <a:bodyPr/>
          <a:lstStyle/>
          <a:p>
            <a:endParaRPr lang="en-US"/>
          </a:p>
        </p:txBody>
      </p:sp>
      <p:sp>
        <p:nvSpPr>
          <p:cNvPr id="14" name="Text 12"/>
          <p:cNvSpPr/>
          <p:nvPr/>
        </p:nvSpPr>
        <p:spPr>
          <a:xfrm>
            <a:off x="868680" y="3163824"/>
            <a:ext cx="1371600" cy="457200"/>
          </a:xfrm>
          <a:prstGeom prst="rect">
            <a:avLst/>
          </a:prstGeom>
          <a:noFill/>
          <a:ln/>
        </p:spPr>
        <p:txBody>
          <a:bodyPr wrap="square" lIns="0" tIns="0" rIns="0" bIns="0" rtlCol="0" anchor="ctr"/>
          <a:lstStyle/>
          <a:p>
            <a:pPr marL="0" indent="0">
              <a:buNone/>
            </a:pPr>
            <a:r>
              <a:rPr lang="en-US" sz="1300" b="1" dirty="0">
                <a:solidFill>
                  <a:srgbClr val="22D3EE"/>
                </a:solidFill>
                <a:latin typeface="Segoe UI" pitchFamily="34" charset="0"/>
                <a:ea typeface="Segoe UI" pitchFamily="34" charset="-122"/>
                <a:cs typeface="Segoe UI" pitchFamily="34" charset="-120"/>
              </a:rPr>
              <a:t>0:30 - 0:45</a:t>
            </a:r>
            <a:endParaRPr lang="en-US" sz="1300" dirty="0"/>
          </a:p>
        </p:txBody>
      </p:sp>
      <p:sp>
        <p:nvSpPr>
          <p:cNvPr id="15" name="Text 13"/>
          <p:cNvSpPr/>
          <p:nvPr/>
        </p:nvSpPr>
        <p:spPr>
          <a:xfrm>
            <a:off x="2377440" y="3163824"/>
            <a:ext cx="5943600" cy="457200"/>
          </a:xfrm>
          <a:prstGeom prst="rect">
            <a:avLst/>
          </a:prstGeom>
          <a:noFill/>
          <a:ln/>
        </p:spPr>
        <p:txBody>
          <a:bodyPr wrap="square" lIns="0" tIns="0" rIns="0" bIns="0"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Action Items, Decision Tracking, and Meeting Preparation</a:t>
            </a:r>
            <a:endParaRPr lang="en-US" sz="1300" dirty="0"/>
          </a:p>
        </p:txBody>
      </p:sp>
      <p:sp>
        <p:nvSpPr>
          <p:cNvPr id="16" name="Agenda row">
            <a:extLst>
              <a:ext uri="{C183D7F6-B498-43B3-948B-1728B52AA6E4}">
                <adec:decorative xmlns:adec="http://schemas.microsoft.com/office/drawing/2017/decorative" val="1"/>
              </a:ext>
            </a:extLst>
          </p:cNvPr>
          <p:cNvSpPr/>
          <p:nvPr/>
        </p:nvSpPr>
        <p:spPr>
          <a:xfrm>
            <a:off x="640080" y="3730752"/>
            <a:ext cx="7863840" cy="457200"/>
          </a:xfrm>
          <a:prstGeom prst="rect">
            <a:avLst/>
          </a:prstGeom>
          <a:solidFill>
            <a:srgbClr val="173458"/>
          </a:solidFill>
          <a:ln/>
        </p:spPr>
        <p:txBody>
          <a:bodyPr/>
          <a:lstStyle/>
          <a:p>
            <a:endParaRPr lang="en-US"/>
          </a:p>
        </p:txBody>
      </p:sp>
      <p:sp>
        <p:nvSpPr>
          <p:cNvPr id="17" name="Text 15"/>
          <p:cNvSpPr/>
          <p:nvPr/>
        </p:nvSpPr>
        <p:spPr>
          <a:xfrm>
            <a:off x="868680" y="3730752"/>
            <a:ext cx="1371600" cy="457200"/>
          </a:xfrm>
          <a:prstGeom prst="rect">
            <a:avLst/>
          </a:prstGeom>
          <a:noFill/>
          <a:ln/>
        </p:spPr>
        <p:txBody>
          <a:bodyPr wrap="square" lIns="0" tIns="0" rIns="0" bIns="0" rtlCol="0" anchor="ctr"/>
          <a:lstStyle/>
          <a:p>
            <a:pPr marL="0" indent="0">
              <a:buNone/>
            </a:pPr>
            <a:r>
              <a:rPr lang="en-US" sz="1300" b="1" dirty="0">
                <a:solidFill>
                  <a:srgbClr val="22D3EE"/>
                </a:solidFill>
                <a:latin typeface="Segoe UI" pitchFamily="34" charset="0"/>
                <a:ea typeface="Segoe UI" pitchFamily="34" charset="-122"/>
                <a:cs typeface="Segoe UI" pitchFamily="34" charset="-120"/>
              </a:rPr>
              <a:t>0:45 - 0:55</a:t>
            </a:r>
            <a:endParaRPr lang="en-US" sz="1300" dirty="0"/>
          </a:p>
        </p:txBody>
      </p:sp>
      <p:sp>
        <p:nvSpPr>
          <p:cNvPr id="18" name="Text 16"/>
          <p:cNvSpPr/>
          <p:nvPr/>
        </p:nvSpPr>
        <p:spPr>
          <a:xfrm>
            <a:off x="2377440" y="3730752"/>
            <a:ext cx="5943600" cy="457200"/>
          </a:xfrm>
          <a:prstGeom prst="rect">
            <a:avLst/>
          </a:prstGeom>
          <a:noFill/>
          <a:ln/>
        </p:spPr>
        <p:txBody>
          <a:bodyPr wrap="square" lIns="0" tIns="0" rIns="0" bIns="0"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California DGS Use Cases and Prompting Workshop</a:t>
            </a:r>
            <a:endParaRPr lang="en-US" sz="1300" dirty="0"/>
          </a:p>
        </p:txBody>
      </p:sp>
      <p:sp>
        <p:nvSpPr>
          <p:cNvPr id="19" name="Agenda row">
            <a:extLst>
              <a:ext uri="{C183D7F6-B498-43B3-948B-1728B52AA6E4}">
                <adec:decorative xmlns:adec="http://schemas.microsoft.com/office/drawing/2017/decorative" val="1"/>
              </a:ext>
            </a:extLst>
          </p:cNvPr>
          <p:cNvSpPr/>
          <p:nvPr/>
        </p:nvSpPr>
        <p:spPr>
          <a:xfrm>
            <a:off x="640080" y="4297680"/>
            <a:ext cx="7863840" cy="457200"/>
          </a:xfrm>
          <a:prstGeom prst="rect">
            <a:avLst/>
          </a:prstGeom>
          <a:solidFill>
            <a:srgbClr val="12294B"/>
          </a:solidFill>
          <a:ln/>
        </p:spPr>
        <p:txBody>
          <a:bodyPr/>
          <a:lstStyle/>
          <a:p>
            <a:endParaRPr lang="en-US"/>
          </a:p>
        </p:txBody>
      </p:sp>
      <p:sp>
        <p:nvSpPr>
          <p:cNvPr id="20" name="Text 18"/>
          <p:cNvSpPr/>
          <p:nvPr/>
        </p:nvSpPr>
        <p:spPr>
          <a:xfrm>
            <a:off x="868680" y="4297680"/>
            <a:ext cx="1371600" cy="457200"/>
          </a:xfrm>
          <a:prstGeom prst="rect">
            <a:avLst/>
          </a:prstGeom>
          <a:noFill/>
          <a:ln/>
        </p:spPr>
        <p:txBody>
          <a:bodyPr wrap="square" lIns="0" tIns="0" rIns="0" bIns="0" rtlCol="0" anchor="ctr"/>
          <a:lstStyle/>
          <a:p>
            <a:pPr marL="0" indent="0">
              <a:buNone/>
            </a:pPr>
            <a:r>
              <a:rPr lang="en-US" sz="1300" b="1" dirty="0">
                <a:solidFill>
                  <a:srgbClr val="22D3EE"/>
                </a:solidFill>
                <a:latin typeface="Segoe UI" pitchFamily="34" charset="0"/>
                <a:ea typeface="Segoe UI" pitchFamily="34" charset="-122"/>
                <a:cs typeface="Segoe UI" pitchFamily="34" charset="-120"/>
              </a:rPr>
              <a:t>0:55 - 1:00</a:t>
            </a:r>
            <a:endParaRPr lang="en-US" sz="1300" dirty="0"/>
          </a:p>
        </p:txBody>
      </p:sp>
      <p:sp>
        <p:nvSpPr>
          <p:cNvPr id="21" name="Text 19"/>
          <p:cNvSpPr/>
          <p:nvPr/>
        </p:nvSpPr>
        <p:spPr>
          <a:xfrm>
            <a:off x="2377440" y="4297680"/>
            <a:ext cx="5943600" cy="457200"/>
          </a:xfrm>
          <a:prstGeom prst="rect">
            <a:avLst/>
          </a:prstGeom>
          <a:noFill/>
          <a:ln/>
        </p:spPr>
        <p:txBody>
          <a:bodyPr wrap="square" lIns="0" tIns="0" rIns="0" bIns="0" rtlCol="0" anchor="ctr"/>
          <a:lstStyle/>
          <a:p>
            <a:pPr marL="0" indent="0">
              <a:buNone/>
            </a:pPr>
            <a:r>
              <a:rPr lang="en-US" sz="1300" dirty="0">
                <a:solidFill>
                  <a:srgbClr val="FFFFFF"/>
                </a:solidFill>
                <a:latin typeface="Segoe UI" pitchFamily="34" charset="0"/>
                <a:ea typeface="Segoe UI" pitchFamily="34" charset="-122"/>
                <a:cs typeface="Segoe UI" pitchFamily="34" charset="-120"/>
              </a:rPr>
              <a:t>Key Takeaways and Q&amp;A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22960" y="1463040"/>
            <a:ext cx="768096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Segoe UI" pitchFamily="34" charset="0"/>
                <a:ea typeface="Segoe UI" pitchFamily="34" charset="-122"/>
                <a:cs typeface="Segoe UI" pitchFamily="34" charset="-120"/>
              </a:rPr>
              <a:t>MODULE 1  |  10 minutes</a:t>
            </a:r>
            <a:endParaRPr lang="en-US" sz="1200" dirty="0"/>
          </a:p>
        </p:txBody>
      </p:sp>
      <p:sp>
        <p:nvSpPr>
          <p:cNvPr id="3" name="Text 1"/>
          <p:cNvSpPr>
            <a:spLocks noGrp="1"/>
          </p:cNvSpPr>
          <p:nvPr>
            <p:ph type="title" idx="101" hasCustomPrompt="1"/>
          </p:nvPr>
        </p:nvSpPr>
        <p:spPr>
          <a:xfrm>
            <a:off x="822960" y="1920240"/>
            <a:ext cx="7680960" cy="1097280"/>
          </a:xfrm>
          <a:prstGeom prst="rect">
            <a:avLst/>
          </a:prstGeom>
          <a:noFill/>
          <a:ln/>
        </p:spPr>
        <p:txBody>
          <a:bodyPr wrap="square" lIns="0" tIns="0" rIns="0" bIns="0" rtlCol="0" anchor="ctr"/>
          <a:lstStyle/>
          <a:p>
            <a:pPr marL="0" indent="0">
              <a:buNone/>
            </a:pPr>
            <a:r>
              <a:rPr lang="en-US" sz="3400" b="1" dirty="0">
                <a:solidFill>
                  <a:srgbClr val="FFFFFF"/>
                </a:solidFill>
                <a:latin typeface="Segoe UI" pitchFamily="34" charset="0"/>
                <a:ea typeface="Segoe UI" pitchFamily="34" charset="-122"/>
                <a:cs typeface="Segoe UI" pitchFamily="34" charset="-120"/>
              </a:rPr>
              <a:t>Advanced Email Summarization &amp; Thread Analysis</a:t>
            </a:r>
            <a:endParaRPr lang="en-US" sz="3400" dirty="0"/>
          </a:p>
        </p:txBody>
      </p:sp>
      <p:sp>
        <p:nvSpPr>
          <p:cNvPr id="4" name="Text 2"/>
          <p:cNvSpPr/>
          <p:nvPr/>
        </p:nvSpPr>
        <p:spPr>
          <a:xfrm>
            <a:off x="822960" y="3154680"/>
            <a:ext cx="6949440" cy="731520"/>
          </a:xfrm>
          <a:prstGeom prst="rect">
            <a:avLst/>
          </a:prstGeom>
          <a:noFill/>
          <a:ln/>
        </p:spPr>
        <p:txBody>
          <a:bodyPr wrap="square" lIns="0" tIns="0" rIns="0" bIns="0" rtlCol="0" anchor="ctr"/>
          <a:lstStyle/>
          <a:p>
            <a:pPr marL="0" indent="0">
              <a:buNone/>
            </a:pPr>
            <a:r>
              <a:rPr lang="en-US" sz="1400" dirty="0">
                <a:solidFill>
                  <a:srgbClr val="A8C0D8"/>
                </a:solidFill>
                <a:latin typeface="Segoe UI" pitchFamily="34" charset="0"/>
                <a:ea typeface="Segoe UI" pitchFamily="34" charset="-122"/>
                <a:cs typeface="Segoe UI" pitchFamily="34" charset="-120"/>
              </a:rPr>
              <a:t>Procurement projects, facilities initiatives, vendor coordination, legislative inquiries, and interagency collaboration all live in long email threads.</a:t>
            </a:r>
            <a:endParaRPr lang="en-US" sz="1400" dirty="0"/>
          </a:p>
        </p:txBody>
      </p:sp>
      <p:sp>
        <p:nvSpPr>
          <p:cNvPr id="5" name="Text 3"/>
          <p:cNvSpPr/>
          <p:nvPr/>
        </p:nvSpPr>
        <p:spPr>
          <a:xfrm>
            <a:off x="6858000" y="3291840"/>
            <a:ext cx="1645920" cy="1280160"/>
          </a:xfrm>
          <a:prstGeom prst="rect">
            <a:avLst/>
          </a:prstGeom>
          <a:noFill/>
          <a:ln/>
        </p:spPr>
        <p:txBody>
          <a:bodyPr wrap="square" lIns="0" tIns="0" rIns="0" bIns="0" rtlCol="0" anchor="ctr"/>
          <a:lstStyle/>
          <a:p>
            <a:pPr marL="0" indent="0" algn="r">
              <a:buNone/>
            </a:pPr>
            <a:r>
              <a:rPr lang="en-US" sz="9600" b="1" dirty="0">
                <a:solidFill>
                  <a:srgbClr val="0891B2"/>
                </a:solidFill>
                <a:latin typeface="Segoe UI" pitchFamily="34" charset="0"/>
                <a:ea typeface="Segoe UI" pitchFamily="34" charset="-122"/>
                <a:cs typeface="Segoe UI" pitchFamily="34" charset="-120"/>
              </a:rPr>
              <a:t>1</a:t>
            </a:r>
            <a:endParaRPr lang="en-US" sz="9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320040"/>
            <a:ext cx="786384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Module 1: What Copilot Can Do</a:t>
            </a:r>
            <a:endParaRPr lang="en-US" sz="2600" dirty="0"/>
          </a:p>
        </p:txBody>
      </p:sp>
      <p:sp>
        <p:nvSpPr>
          <p:cNvPr id="3" name="Text 1"/>
          <p:cNvSpPr/>
          <p:nvPr/>
        </p:nvSpPr>
        <p:spPr>
          <a:xfrm>
            <a:off x="640080" y="1078992"/>
            <a:ext cx="786384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Segoe UI" pitchFamily="34" charset="0"/>
                <a:ea typeface="Segoe UI" pitchFamily="34" charset="-122"/>
                <a:cs typeface="Segoe UI" pitchFamily="34" charset="-120"/>
              </a:rPr>
              <a:t>CAPABILITIES &amp; DEMONSTRATION</a:t>
            </a:r>
            <a:endParaRPr lang="en-US" sz="1100" dirty="0"/>
          </a:p>
        </p:txBody>
      </p:sp>
      <p:sp>
        <p:nvSpPr>
          <p:cNvPr id="4" name="Capabilities panel">
            <a:extLst>
              <a:ext uri="{C183D7F6-B498-43B3-948B-1728B52AA6E4}">
                <adec:decorative xmlns:adec="http://schemas.microsoft.com/office/drawing/2017/decorative" val="1"/>
              </a:ext>
            </a:extLst>
          </p:cNvPr>
          <p:cNvSpPr/>
          <p:nvPr/>
        </p:nvSpPr>
        <p:spPr>
          <a:xfrm>
            <a:off x="640080" y="1417320"/>
            <a:ext cx="3703320" cy="2331720"/>
          </a:xfrm>
          <a:prstGeom prst="rect">
            <a:avLst/>
          </a:prstGeom>
          <a:solidFill>
            <a:srgbClr val="173458"/>
          </a:solidFill>
          <a:ln/>
        </p:spPr>
        <p:txBody>
          <a:bodyPr/>
          <a:lstStyle/>
          <a:p>
            <a:endParaRPr lang="en-US"/>
          </a:p>
        </p:txBody>
      </p:sp>
      <p:sp>
        <p:nvSpPr>
          <p:cNvPr id="5" name="Text 3"/>
          <p:cNvSpPr/>
          <p:nvPr/>
        </p:nvSpPr>
        <p:spPr>
          <a:xfrm>
            <a:off x="868680" y="1554480"/>
            <a:ext cx="3200400" cy="228600"/>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COPILOT CAPABILITIES</a:t>
            </a:r>
            <a:endParaRPr lang="en-US" sz="1000" dirty="0"/>
          </a:p>
        </p:txBody>
      </p:sp>
      <p:sp>
        <p:nvSpPr>
          <p:cNvPr id="6" name="Text 4"/>
          <p:cNvSpPr/>
          <p:nvPr/>
        </p:nvSpPr>
        <p:spPr>
          <a:xfrm>
            <a:off x="868680" y="1874520"/>
            <a:ext cx="324612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A8C0D8"/>
                </a:solidFill>
                <a:latin typeface="Segoe UI" pitchFamily="34" charset="0"/>
                <a:ea typeface="Segoe UI" pitchFamily="34" charset="-122"/>
                <a:cs typeface="Segoe UI" pitchFamily="34" charset="-120"/>
              </a:rPr>
              <a:t>Summarize lengthy conversations</a:t>
            </a:r>
            <a:endParaRPr lang="en-US" sz="1300" dirty="0"/>
          </a:p>
          <a:p>
            <a:pPr marL="342900" indent="-342900">
              <a:spcAft>
                <a:spcPts val="600"/>
              </a:spcAft>
              <a:buSzPct val="100000"/>
              <a:buChar char="•"/>
            </a:pPr>
            <a:r>
              <a:rPr lang="en-US" sz="1300" dirty="0">
                <a:solidFill>
                  <a:srgbClr val="A8C0D8"/>
                </a:solidFill>
                <a:latin typeface="Segoe UI" pitchFamily="34" charset="0"/>
                <a:ea typeface="Segoe UI" pitchFamily="34" charset="-122"/>
                <a:cs typeface="Segoe UI" pitchFamily="34" charset="-120"/>
              </a:rPr>
              <a:t>Identify decisions already made</a:t>
            </a:r>
            <a:endParaRPr lang="en-US" sz="1300" dirty="0"/>
          </a:p>
          <a:p>
            <a:pPr marL="342900" indent="-342900">
              <a:spcAft>
                <a:spcPts val="600"/>
              </a:spcAft>
              <a:buSzPct val="100000"/>
              <a:buChar char="•"/>
            </a:pPr>
            <a:r>
              <a:rPr lang="en-US" sz="1300" dirty="0">
                <a:solidFill>
                  <a:srgbClr val="A8C0D8"/>
                </a:solidFill>
                <a:latin typeface="Segoe UI" pitchFamily="34" charset="0"/>
                <a:ea typeface="Segoe UI" pitchFamily="34" charset="-122"/>
                <a:cs typeface="Segoe UI" pitchFamily="34" charset="-120"/>
              </a:rPr>
              <a:t>Surface unresolved issues</a:t>
            </a:r>
            <a:endParaRPr lang="en-US" sz="1300" dirty="0"/>
          </a:p>
          <a:p>
            <a:pPr marL="342900" indent="-342900">
              <a:spcAft>
                <a:spcPts val="600"/>
              </a:spcAft>
              <a:buSzPct val="100000"/>
              <a:buChar char="•"/>
            </a:pPr>
            <a:r>
              <a:rPr lang="en-US" sz="1300" dirty="0">
                <a:solidFill>
                  <a:srgbClr val="A8C0D8"/>
                </a:solidFill>
                <a:latin typeface="Segoe UI" pitchFamily="34" charset="0"/>
                <a:ea typeface="Segoe UI" pitchFamily="34" charset="-122"/>
                <a:cs typeface="Segoe UI" pitchFamily="34" charset="-120"/>
              </a:rPr>
              <a:t>Highlight deadlines and due dates</a:t>
            </a:r>
            <a:endParaRPr lang="en-US" sz="1300" dirty="0"/>
          </a:p>
          <a:p>
            <a:pPr marL="342900" indent="-342900">
              <a:spcAft>
                <a:spcPts val="600"/>
              </a:spcAft>
              <a:buSzPct val="100000"/>
              <a:buChar char="•"/>
            </a:pPr>
            <a:r>
              <a:rPr lang="en-US" sz="1300" dirty="0">
                <a:solidFill>
                  <a:srgbClr val="A8C0D8"/>
                </a:solidFill>
                <a:latin typeface="Segoe UI" pitchFamily="34" charset="0"/>
                <a:ea typeface="Segoe UI" pitchFamily="34" charset="-122"/>
                <a:cs typeface="Segoe UI" pitchFamily="34" charset="-120"/>
              </a:rPr>
              <a:t>Identify stakeholders mentioned</a:t>
            </a:r>
            <a:endParaRPr lang="en-US" sz="1300" dirty="0"/>
          </a:p>
        </p:txBody>
      </p:sp>
      <p:sp>
        <p:nvSpPr>
          <p:cNvPr id="7" name="Prompt card">
            <a:extLst>
              <a:ext uri="{C183D7F6-B498-43B3-948B-1728B52AA6E4}">
                <adec:decorative xmlns:adec="http://schemas.microsoft.com/office/drawing/2017/decorative" val="1"/>
              </a:ext>
            </a:extLst>
          </p:cNvPr>
          <p:cNvSpPr/>
          <p:nvPr/>
        </p:nvSpPr>
        <p:spPr>
          <a:xfrm>
            <a:off x="4800600" y="1417320"/>
            <a:ext cx="3703320" cy="2331720"/>
          </a:xfrm>
          <a:prstGeom prst="rect">
            <a:avLst/>
          </a:prstGeom>
          <a:solidFill>
            <a:srgbClr val="173458"/>
          </a:solidFill>
          <a:ln w="12700">
            <a:solidFill>
              <a:srgbClr val="0891B2"/>
            </a:solidFill>
            <a:prstDash val="solid"/>
          </a:ln>
        </p:spPr>
        <p:txBody>
          <a:bodyPr/>
          <a:lstStyle/>
          <a:p>
            <a:endParaRPr lang="en-US"/>
          </a:p>
        </p:txBody>
      </p:sp>
      <p:sp>
        <p:nvSpPr>
          <p:cNvPr id="8" name="Card accent">
            <a:extLst>
              <a:ext uri="{C183D7F6-B498-43B3-948B-1728B52AA6E4}">
                <adec:decorative xmlns:adec="http://schemas.microsoft.com/office/drawing/2017/decorative" val="1"/>
              </a:ext>
            </a:extLst>
          </p:cNvPr>
          <p:cNvSpPr/>
          <p:nvPr/>
        </p:nvSpPr>
        <p:spPr>
          <a:xfrm>
            <a:off x="4800600" y="1417320"/>
            <a:ext cx="64008" cy="2331720"/>
          </a:xfrm>
          <a:prstGeom prst="rect">
            <a:avLst/>
          </a:prstGeom>
          <a:solidFill>
            <a:srgbClr val="22D3EE"/>
          </a:solidFill>
          <a:ln/>
        </p:spPr>
        <p:txBody>
          <a:bodyPr/>
          <a:lstStyle/>
          <a:p>
            <a:endParaRPr lang="en-US"/>
          </a:p>
        </p:txBody>
      </p:sp>
      <p:sp>
        <p:nvSpPr>
          <p:cNvPr id="9" name="Text 7"/>
          <p:cNvSpPr/>
          <p:nvPr/>
        </p:nvSpPr>
        <p:spPr>
          <a:xfrm>
            <a:off x="5029200" y="1527048"/>
            <a:ext cx="3291840" cy="237744"/>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TRY THIS PROMPT</a:t>
            </a:r>
            <a:endParaRPr lang="en-US" sz="1000" dirty="0"/>
          </a:p>
        </p:txBody>
      </p:sp>
      <p:sp>
        <p:nvSpPr>
          <p:cNvPr id="10" name="Text 8"/>
          <p:cNvSpPr/>
          <p:nvPr/>
        </p:nvSpPr>
        <p:spPr>
          <a:xfrm>
            <a:off x="5029200" y="1783080"/>
            <a:ext cx="3291840" cy="1828800"/>
          </a:xfrm>
          <a:prstGeom prst="rect">
            <a:avLst/>
          </a:prstGeom>
          <a:noFill/>
          <a:ln/>
        </p:spPr>
        <p:txBody>
          <a:bodyPr wrap="square" lIns="0" tIns="0" rIns="0" bIns="0" rtlCol="0" anchor="t"/>
          <a:lstStyle/>
          <a:p>
            <a:pPr marL="0" indent="0">
              <a:buNone/>
            </a:pPr>
            <a:r>
              <a:rPr lang="en-US" sz="1250" i="1" dirty="0">
                <a:solidFill>
                  <a:srgbClr val="FFFFFF"/>
                </a:solidFill>
                <a:latin typeface="Segoe UI" pitchFamily="34" charset="0"/>
                <a:ea typeface="Segoe UI" pitchFamily="34" charset="-122"/>
                <a:cs typeface="Segoe UI" pitchFamily="34" charset="-120"/>
              </a:rPr>
              <a:t>Scenario: a 25-message procurement discussion thread.</a:t>
            </a:r>
            <a:endParaRPr lang="en-US" sz="1250" dirty="0"/>
          </a:p>
          <a:p>
            <a:pPr marL="0" indent="0">
              <a:buNone/>
            </a:pPr>
            <a:endParaRPr lang="en-US" sz="1250" dirty="0"/>
          </a:p>
          <a:p>
            <a:pPr marL="0" indent="0">
              <a:buNone/>
            </a:pPr>
            <a:r>
              <a:rPr lang="en-US" sz="1250" i="1" dirty="0">
                <a:solidFill>
                  <a:srgbClr val="FFFFFF"/>
                </a:solidFill>
                <a:latin typeface="Segoe UI" pitchFamily="34" charset="0"/>
                <a:ea typeface="Segoe UI" pitchFamily="34" charset="-122"/>
                <a:cs typeface="Segoe UI" pitchFamily="34" charset="-120"/>
              </a:rPr>
              <a:t>Summarize this email thread. Separate the response into key decisions, open issues, stakeholders involved, upcoming deadlines, and recommended next actions.</a:t>
            </a:r>
            <a:endParaRPr lang="en-US" sz="1250" dirty="0"/>
          </a:p>
        </p:txBody>
      </p:sp>
      <p:sp>
        <p:nvSpPr>
          <p:cNvPr id="11" name="Text 9"/>
          <p:cNvSpPr/>
          <p:nvPr/>
        </p:nvSpPr>
        <p:spPr>
          <a:xfrm>
            <a:off x="640080" y="3977640"/>
            <a:ext cx="7863840" cy="365760"/>
          </a:xfrm>
          <a:prstGeom prst="rect">
            <a:avLst/>
          </a:prstGeom>
          <a:noFill/>
          <a:ln/>
        </p:spPr>
        <p:txBody>
          <a:bodyPr wrap="square" lIns="0" tIns="0" rIns="0" bIns="0" rtlCol="0" anchor="ctr"/>
          <a:lstStyle/>
          <a:p>
            <a:pPr marL="0" indent="0">
              <a:buNone/>
            </a:pPr>
            <a:r>
              <a:rPr lang="en-US" sz="1300" i="1" dirty="0">
                <a:solidFill>
                  <a:srgbClr val="A8C0D8"/>
                </a:solidFill>
                <a:latin typeface="Segoe UI" pitchFamily="34" charset="0"/>
                <a:ea typeface="Segoe UI" pitchFamily="34" charset="-122"/>
                <a:cs typeface="Segoe UI" pitchFamily="34" charset="-120"/>
              </a:rPr>
              <a:t>Discussion: how much review time does this save before a meeting?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22960" y="1463040"/>
            <a:ext cx="768096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Segoe UI" pitchFamily="34" charset="0"/>
                <a:ea typeface="Segoe UI" pitchFamily="34" charset="-122"/>
                <a:cs typeface="Segoe UI" pitchFamily="34" charset="-120"/>
              </a:rPr>
              <a:t>MODULE 2  |  15 minutes</a:t>
            </a:r>
            <a:endParaRPr lang="en-US" sz="1200" dirty="0"/>
          </a:p>
        </p:txBody>
      </p:sp>
      <p:sp>
        <p:nvSpPr>
          <p:cNvPr id="3" name="Text 1"/>
          <p:cNvSpPr>
            <a:spLocks noGrp="1"/>
          </p:cNvSpPr>
          <p:nvPr>
            <p:ph type="title" idx="101" hasCustomPrompt="1"/>
          </p:nvPr>
        </p:nvSpPr>
        <p:spPr>
          <a:xfrm>
            <a:off x="822960" y="1920240"/>
            <a:ext cx="7680960" cy="1097280"/>
          </a:xfrm>
          <a:prstGeom prst="rect">
            <a:avLst/>
          </a:prstGeom>
          <a:noFill/>
          <a:ln/>
        </p:spPr>
        <p:txBody>
          <a:bodyPr wrap="square" lIns="0" tIns="0" rIns="0" bIns="0" rtlCol="0" anchor="ctr"/>
          <a:lstStyle/>
          <a:p>
            <a:pPr marL="0" indent="0">
              <a:buNone/>
            </a:pPr>
            <a:r>
              <a:rPr lang="en-US" sz="3400" b="1" dirty="0">
                <a:solidFill>
                  <a:srgbClr val="FFFFFF"/>
                </a:solidFill>
                <a:latin typeface="Segoe UI" pitchFamily="34" charset="0"/>
                <a:ea typeface="Segoe UI" pitchFamily="34" charset="-122"/>
                <a:cs typeface="Segoe UI" pitchFamily="34" charset="-120"/>
              </a:rPr>
              <a:t>Executive &amp; Stakeholder Communications</a:t>
            </a:r>
            <a:endParaRPr lang="en-US" sz="3400" dirty="0"/>
          </a:p>
        </p:txBody>
      </p:sp>
      <p:sp>
        <p:nvSpPr>
          <p:cNvPr id="4" name="Text 2"/>
          <p:cNvSpPr/>
          <p:nvPr/>
        </p:nvSpPr>
        <p:spPr>
          <a:xfrm>
            <a:off x="822960" y="3154680"/>
            <a:ext cx="6949440" cy="731520"/>
          </a:xfrm>
          <a:prstGeom prst="rect">
            <a:avLst/>
          </a:prstGeom>
          <a:noFill/>
          <a:ln/>
        </p:spPr>
        <p:txBody>
          <a:bodyPr wrap="square" lIns="0" tIns="0" rIns="0" bIns="0" rtlCol="0" anchor="ctr"/>
          <a:lstStyle/>
          <a:p>
            <a:pPr marL="0" indent="0">
              <a:buNone/>
            </a:pPr>
            <a:r>
              <a:rPr lang="en-US" sz="1400" dirty="0">
                <a:solidFill>
                  <a:srgbClr val="A8C0D8"/>
                </a:solidFill>
                <a:latin typeface="Segoe UI" pitchFamily="34" charset="0"/>
                <a:ea typeface="Segoe UI" pitchFamily="34" charset="-122"/>
                <a:cs typeface="Segoe UI" pitchFamily="34" charset="-120"/>
              </a:rPr>
              <a:t>Leadership, department managers, vendors, partner agencies, and project teams each need a different voice and level of detail.</a:t>
            </a:r>
            <a:endParaRPr lang="en-US" sz="1400" dirty="0"/>
          </a:p>
        </p:txBody>
      </p:sp>
      <p:sp>
        <p:nvSpPr>
          <p:cNvPr id="5" name="Text 3"/>
          <p:cNvSpPr/>
          <p:nvPr/>
        </p:nvSpPr>
        <p:spPr>
          <a:xfrm>
            <a:off x="6858000" y="3291840"/>
            <a:ext cx="1645920" cy="1280160"/>
          </a:xfrm>
          <a:prstGeom prst="rect">
            <a:avLst/>
          </a:prstGeom>
          <a:noFill/>
          <a:ln/>
        </p:spPr>
        <p:txBody>
          <a:bodyPr wrap="square" lIns="0" tIns="0" rIns="0" bIns="0" rtlCol="0" anchor="ctr"/>
          <a:lstStyle/>
          <a:p>
            <a:pPr marL="0" indent="0" algn="r">
              <a:buNone/>
            </a:pPr>
            <a:r>
              <a:rPr lang="en-US" sz="9600" b="1" dirty="0">
                <a:solidFill>
                  <a:srgbClr val="0891B2"/>
                </a:solidFill>
                <a:latin typeface="Segoe UI" pitchFamily="34" charset="0"/>
                <a:ea typeface="Segoe UI" pitchFamily="34" charset="-122"/>
                <a:cs typeface="Segoe UI" pitchFamily="34" charset="-120"/>
              </a:rPr>
              <a:t>2</a:t>
            </a:r>
            <a:endParaRPr lang="en-US" sz="9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320040"/>
            <a:ext cx="786384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Module 2: One Thread, Three Audiences</a:t>
            </a:r>
            <a:endParaRPr lang="en-US" sz="2600" dirty="0"/>
          </a:p>
        </p:txBody>
      </p:sp>
      <p:sp>
        <p:nvSpPr>
          <p:cNvPr id="3" name="Text 1"/>
          <p:cNvSpPr/>
          <p:nvPr/>
        </p:nvSpPr>
        <p:spPr>
          <a:xfrm>
            <a:off x="640080" y="1078992"/>
            <a:ext cx="786384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Segoe UI" pitchFamily="34" charset="0"/>
                <a:ea typeface="Segoe UI" pitchFamily="34" charset="-122"/>
                <a:cs typeface="Segoe UI" pitchFamily="34" charset="-120"/>
              </a:rPr>
              <a:t>ADVANCED OUTLOOK PROMPTING</a:t>
            </a:r>
            <a:endParaRPr lang="en-US" sz="1100" dirty="0"/>
          </a:p>
        </p:txBody>
      </p:sp>
      <p:sp>
        <p:nvSpPr>
          <p:cNvPr id="4" name="Prompt card">
            <a:extLst>
              <a:ext uri="{C183D7F6-B498-43B3-948B-1728B52AA6E4}">
                <adec:decorative xmlns:adec="http://schemas.microsoft.com/office/drawing/2017/decorative" val="1"/>
              </a:ext>
            </a:extLst>
          </p:cNvPr>
          <p:cNvSpPr/>
          <p:nvPr/>
        </p:nvSpPr>
        <p:spPr>
          <a:xfrm>
            <a:off x="640080" y="1371600"/>
            <a:ext cx="2514600" cy="2286000"/>
          </a:xfrm>
          <a:prstGeom prst="rect">
            <a:avLst/>
          </a:prstGeom>
          <a:solidFill>
            <a:srgbClr val="173458"/>
          </a:solidFill>
          <a:ln w="12700">
            <a:solidFill>
              <a:srgbClr val="0891B2"/>
            </a:solidFill>
            <a:prstDash val="solid"/>
          </a:ln>
        </p:spPr>
        <p:txBody>
          <a:bodyPr/>
          <a:lstStyle/>
          <a:p>
            <a:endParaRPr lang="en-US"/>
          </a:p>
        </p:txBody>
      </p:sp>
      <p:sp>
        <p:nvSpPr>
          <p:cNvPr id="5" name="Card accent">
            <a:extLst>
              <a:ext uri="{C183D7F6-B498-43B3-948B-1728B52AA6E4}">
                <adec:decorative xmlns:adec="http://schemas.microsoft.com/office/drawing/2017/decorative" val="1"/>
              </a:ext>
            </a:extLst>
          </p:cNvPr>
          <p:cNvSpPr/>
          <p:nvPr/>
        </p:nvSpPr>
        <p:spPr>
          <a:xfrm>
            <a:off x="640080" y="1371600"/>
            <a:ext cx="64008" cy="2286000"/>
          </a:xfrm>
          <a:prstGeom prst="rect">
            <a:avLst/>
          </a:prstGeom>
          <a:solidFill>
            <a:srgbClr val="22D3EE"/>
          </a:solidFill>
          <a:ln/>
        </p:spPr>
        <p:txBody>
          <a:bodyPr/>
          <a:lstStyle/>
          <a:p>
            <a:endParaRPr lang="en-US"/>
          </a:p>
        </p:txBody>
      </p:sp>
      <p:sp>
        <p:nvSpPr>
          <p:cNvPr id="6" name="Text 4"/>
          <p:cNvSpPr/>
          <p:nvPr/>
        </p:nvSpPr>
        <p:spPr>
          <a:xfrm>
            <a:off x="868680" y="1481328"/>
            <a:ext cx="2103120" cy="237744"/>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EXECUTIVE SUMMARY</a:t>
            </a:r>
            <a:endParaRPr lang="en-US" sz="1000" dirty="0"/>
          </a:p>
        </p:txBody>
      </p:sp>
      <p:sp>
        <p:nvSpPr>
          <p:cNvPr id="7" name="Text 5"/>
          <p:cNvSpPr/>
          <p:nvPr/>
        </p:nvSpPr>
        <p:spPr>
          <a:xfrm>
            <a:off x="868680" y="1737360"/>
            <a:ext cx="2103120" cy="1783080"/>
          </a:xfrm>
          <a:prstGeom prst="rect">
            <a:avLst/>
          </a:prstGeom>
          <a:noFill/>
          <a:ln/>
        </p:spPr>
        <p:txBody>
          <a:bodyPr wrap="square" lIns="0" tIns="0" rIns="0" bIns="0" rtlCol="0" anchor="t"/>
          <a:lstStyle/>
          <a:p>
            <a:pPr marL="0" indent="0">
              <a:buNone/>
            </a:pPr>
            <a:r>
              <a:rPr lang="en-US" sz="1200" i="1" dirty="0">
                <a:solidFill>
                  <a:srgbClr val="FFFFFF"/>
                </a:solidFill>
                <a:latin typeface="Segoe UI" pitchFamily="34" charset="0"/>
                <a:ea typeface="Segoe UI" pitchFamily="34" charset="-122"/>
                <a:cs typeface="Segoe UI" pitchFamily="34" charset="-120"/>
              </a:rPr>
              <a:t>Draft an executive summary of this email conversation for senior leadership. Focus on strategic impacts, budget concerns, risks, and required decisions.</a:t>
            </a:r>
            <a:endParaRPr lang="en-US" sz="1200" dirty="0"/>
          </a:p>
        </p:txBody>
      </p:sp>
      <p:sp>
        <p:nvSpPr>
          <p:cNvPr id="8" name="Prompt card">
            <a:extLst>
              <a:ext uri="{C183D7F6-B498-43B3-948B-1728B52AA6E4}">
                <adec:decorative xmlns:adec="http://schemas.microsoft.com/office/drawing/2017/decorative" val="1"/>
              </a:ext>
            </a:extLst>
          </p:cNvPr>
          <p:cNvSpPr/>
          <p:nvPr/>
        </p:nvSpPr>
        <p:spPr>
          <a:xfrm>
            <a:off x="3310128" y="1371600"/>
            <a:ext cx="2514600" cy="2286000"/>
          </a:xfrm>
          <a:prstGeom prst="rect">
            <a:avLst/>
          </a:prstGeom>
          <a:solidFill>
            <a:srgbClr val="173458"/>
          </a:solidFill>
          <a:ln w="12700">
            <a:solidFill>
              <a:srgbClr val="0891B2"/>
            </a:solidFill>
            <a:prstDash val="solid"/>
          </a:ln>
        </p:spPr>
        <p:txBody>
          <a:bodyPr/>
          <a:lstStyle/>
          <a:p>
            <a:endParaRPr lang="en-US"/>
          </a:p>
        </p:txBody>
      </p:sp>
      <p:sp>
        <p:nvSpPr>
          <p:cNvPr id="9" name="Card accent">
            <a:extLst>
              <a:ext uri="{C183D7F6-B498-43B3-948B-1728B52AA6E4}">
                <adec:decorative xmlns:adec="http://schemas.microsoft.com/office/drawing/2017/decorative" val="1"/>
              </a:ext>
            </a:extLst>
          </p:cNvPr>
          <p:cNvSpPr/>
          <p:nvPr/>
        </p:nvSpPr>
        <p:spPr>
          <a:xfrm>
            <a:off x="3310128" y="1371600"/>
            <a:ext cx="64008" cy="2286000"/>
          </a:xfrm>
          <a:prstGeom prst="rect">
            <a:avLst/>
          </a:prstGeom>
          <a:solidFill>
            <a:srgbClr val="22D3EE"/>
          </a:solidFill>
          <a:ln/>
        </p:spPr>
        <p:txBody>
          <a:bodyPr/>
          <a:lstStyle/>
          <a:p>
            <a:endParaRPr lang="en-US"/>
          </a:p>
        </p:txBody>
      </p:sp>
      <p:sp>
        <p:nvSpPr>
          <p:cNvPr id="10" name="Text 8"/>
          <p:cNvSpPr/>
          <p:nvPr/>
        </p:nvSpPr>
        <p:spPr>
          <a:xfrm>
            <a:off x="3538728" y="1481328"/>
            <a:ext cx="2103120" cy="237744"/>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VENDOR COMMUNICATION</a:t>
            </a:r>
            <a:endParaRPr lang="en-US" sz="1000" dirty="0"/>
          </a:p>
        </p:txBody>
      </p:sp>
      <p:sp>
        <p:nvSpPr>
          <p:cNvPr id="11" name="Text 9"/>
          <p:cNvSpPr/>
          <p:nvPr/>
        </p:nvSpPr>
        <p:spPr>
          <a:xfrm>
            <a:off x="3538728" y="1737360"/>
            <a:ext cx="2103120" cy="1783080"/>
          </a:xfrm>
          <a:prstGeom prst="rect">
            <a:avLst/>
          </a:prstGeom>
          <a:noFill/>
          <a:ln/>
        </p:spPr>
        <p:txBody>
          <a:bodyPr wrap="square" lIns="0" tIns="0" rIns="0" bIns="0" rtlCol="0" anchor="t"/>
          <a:lstStyle/>
          <a:p>
            <a:pPr marL="0" indent="0">
              <a:buNone/>
            </a:pPr>
            <a:r>
              <a:rPr lang="en-US" sz="1200" i="1" dirty="0">
                <a:solidFill>
                  <a:srgbClr val="FFFFFF"/>
                </a:solidFill>
                <a:latin typeface="Segoe UI" pitchFamily="34" charset="0"/>
                <a:ea typeface="Segoe UI" pitchFamily="34" charset="-122"/>
                <a:cs typeface="Segoe UI" pitchFamily="34" charset="-120"/>
              </a:rPr>
              <a:t>Draft a professional response requesting clarification from the vendor while maintaining a collaborative and business-focused tone.</a:t>
            </a:r>
            <a:endParaRPr lang="en-US" sz="1200" dirty="0"/>
          </a:p>
        </p:txBody>
      </p:sp>
      <p:sp>
        <p:nvSpPr>
          <p:cNvPr id="12" name="Prompt card">
            <a:extLst>
              <a:ext uri="{C183D7F6-B498-43B3-948B-1728B52AA6E4}">
                <adec:decorative xmlns:adec="http://schemas.microsoft.com/office/drawing/2017/decorative" val="1"/>
              </a:ext>
            </a:extLst>
          </p:cNvPr>
          <p:cNvSpPr/>
          <p:nvPr/>
        </p:nvSpPr>
        <p:spPr>
          <a:xfrm>
            <a:off x="5989320" y="1371600"/>
            <a:ext cx="2514600" cy="2286000"/>
          </a:xfrm>
          <a:prstGeom prst="rect">
            <a:avLst/>
          </a:prstGeom>
          <a:solidFill>
            <a:srgbClr val="173458"/>
          </a:solidFill>
          <a:ln w="12700">
            <a:solidFill>
              <a:srgbClr val="0891B2"/>
            </a:solidFill>
            <a:prstDash val="solid"/>
          </a:ln>
        </p:spPr>
        <p:txBody>
          <a:bodyPr/>
          <a:lstStyle/>
          <a:p>
            <a:endParaRPr lang="en-US"/>
          </a:p>
        </p:txBody>
      </p:sp>
      <p:sp>
        <p:nvSpPr>
          <p:cNvPr id="13" name="Card accent">
            <a:extLst>
              <a:ext uri="{C183D7F6-B498-43B3-948B-1728B52AA6E4}">
                <adec:decorative xmlns:adec="http://schemas.microsoft.com/office/drawing/2017/decorative" val="1"/>
              </a:ext>
            </a:extLst>
          </p:cNvPr>
          <p:cNvSpPr/>
          <p:nvPr/>
        </p:nvSpPr>
        <p:spPr>
          <a:xfrm>
            <a:off x="5989320" y="1371600"/>
            <a:ext cx="64008" cy="2286000"/>
          </a:xfrm>
          <a:prstGeom prst="rect">
            <a:avLst/>
          </a:prstGeom>
          <a:solidFill>
            <a:srgbClr val="22D3EE"/>
          </a:solidFill>
          <a:ln/>
        </p:spPr>
        <p:txBody>
          <a:bodyPr/>
          <a:lstStyle/>
          <a:p>
            <a:endParaRPr lang="en-US"/>
          </a:p>
        </p:txBody>
      </p:sp>
      <p:sp>
        <p:nvSpPr>
          <p:cNvPr id="14" name="Text 12"/>
          <p:cNvSpPr/>
          <p:nvPr/>
        </p:nvSpPr>
        <p:spPr>
          <a:xfrm>
            <a:off x="6217920" y="1481328"/>
            <a:ext cx="2103120" cy="237744"/>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INTERAGENCY UPDATE</a:t>
            </a:r>
            <a:endParaRPr lang="en-US" sz="1000" dirty="0"/>
          </a:p>
        </p:txBody>
      </p:sp>
      <p:sp>
        <p:nvSpPr>
          <p:cNvPr id="15" name="Text 13"/>
          <p:cNvSpPr/>
          <p:nvPr/>
        </p:nvSpPr>
        <p:spPr>
          <a:xfrm>
            <a:off x="6217920" y="1737360"/>
            <a:ext cx="2103120" cy="1783080"/>
          </a:xfrm>
          <a:prstGeom prst="rect">
            <a:avLst/>
          </a:prstGeom>
          <a:noFill/>
          <a:ln/>
        </p:spPr>
        <p:txBody>
          <a:bodyPr wrap="square" lIns="0" tIns="0" rIns="0" bIns="0" rtlCol="0" anchor="t"/>
          <a:lstStyle/>
          <a:p>
            <a:pPr marL="0" indent="0">
              <a:buNone/>
            </a:pPr>
            <a:r>
              <a:rPr lang="en-US" sz="1200" i="1" dirty="0">
                <a:solidFill>
                  <a:srgbClr val="FFFFFF"/>
                </a:solidFill>
                <a:latin typeface="Segoe UI" pitchFamily="34" charset="0"/>
                <a:ea typeface="Segoe UI" pitchFamily="34" charset="-122"/>
                <a:cs typeface="Segoe UI" pitchFamily="34" charset="-120"/>
              </a:rPr>
              <a:t>Rewrite this email for an interagency audience using concise, professional government language.</a:t>
            </a:r>
            <a:endParaRPr lang="en-US" sz="1200" dirty="0"/>
          </a:p>
        </p:txBody>
      </p:sp>
      <p:sp>
        <p:nvSpPr>
          <p:cNvPr id="16" name="Text 14"/>
          <p:cNvSpPr/>
          <p:nvPr/>
        </p:nvSpPr>
        <p:spPr>
          <a:xfrm>
            <a:off x="640080" y="3931920"/>
            <a:ext cx="7863840" cy="365760"/>
          </a:xfrm>
          <a:prstGeom prst="rect">
            <a:avLst/>
          </a:prstGeom>
          <a:noFill/>
          <a:ln/>
        </p:spPr>
        <p:txBody>
          <a:bodyPr wrap="square" lIns="0" tIns="0" rIns="0" bIns="0" rtlCol="0" anchor="ctr"/>
          <a:lstStyle/>
          <a:p>
            <a:pPr marL="0" indent="0">
              <a:buNone/>
            </a:pPr>
            <a:r>
              <a:rPr lang="en-US" sz="1300" i="1" dirty="0">
                <a:solidFill>
                  <a:srgbClr val="A8C0D8"/>
                </a:solidFill>
                <a:latin typeface="Segoe UI" pitchFamily="34" charset="0"/>
                <a:ea typeface="Segoe UI" pitchFamily="34" charset="-122"/>
                <a:cs typeface="Segoe UI" pitchFamily="34" charset="-120"/>
              </a:rPr>
              <a:t>Learning point: Copilot creates audience-specific versions without rewriting the content from scratch each time.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22960" y="1463040"/>
            <a:ext cx="768096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Segoe UI" pitchFamily="34" charset="0"/>
                <a:ea typeface="Segoe UI" pitchFamily="34" charset="-122"/>
                <a:cs typeface="Segoe UI" pitchFamily="34" charset="-120"/>
              </a:rPr>
              <a:t>MODULE 3  |  15 minutes</a:t>
            </a:r>
            <a:endParaRPr lang="en-US" sz="1200" dirty="0"/>
          </a:p>
        </p:txBody>
      </p:sp>
      <p:sp>
        <p:nvSpPr>
          <p:cNvPr id="3" name="Text 1"/>
          <p:cNvSpPr>
            <a:spLocks noGrp="1"/>
          </p:cNvSpPr>
          <p:nvPr>
            <p:ph type="title" idx="101" hasCustomPrompt="1"/>
          </p:nvPr>
        </p:nvSpPr>
        <p:spPr>
          <a:xfrm>
            <a:off x="822960" y="1920240"/>
            <a:ext cx="7680960" cy="1097280"/>
          </a:xfrm>
          <a:prstGeom prst="rect">
            <a:avLst/>
          </a:prstGeom>
          <a:noFill/>
          <a:ln/>
        </p:spPr>
        <p:txBody>
          <a:bodyPr wrap="square" lIns="0" tIns="0" rIns="0" bIns="0" rtlCol="0" anchor="ctr"/>
          <a:lstStyle/>
          <a:p>
            <a:pPr marL="0" indent="0">
              <a:buNone/>
            </a:pPr>
            <a:r>
              <a:rPr lang="en-US" sz="3400" b="1" dirty="0">
                <a:solidFill>
                  <a:srgbClr val="FFFFFF"/>
                </a:solidFill>
                <a:latin typeface="Segoe UI" pitchFamily="34" charset="0"/>
                <a:ea typeface="Segoe UI" pitchFamily="34" charset="-122"/>
                <a:cs typeface="Segoe UI" pitchFamily="34" charset="-120"/>
              </a:rPr>
              <a:t>Decision Tracking &amp; Meeting Preparation</a:t>
            </a:r>
            <a:endParaRPr lang="en-US" sz="3400" dirty="0"/>
          </a:p>
        </p:txBody>
      </p:sp>
      <p:sp>
        <p:nvSpPr>
          <p:cNvPr id="4" name="Text 2"/>
          <p:cNvSpPr/>
          <p:nvPr/>
        </p:nvSpPr>
        <p:spPr>
          <a:xfrm>
            <a:off x="822960" y="3154680"/>
            <a:ext cx="6949440" cy="731520"/>
          </a:xfrm>
          <a:prstGeom prst="rect">
            <a:avLst/>
          </a:prstGeom>
          <a:noFill/>
          <a:ln/>
        </p:spPr>
        <p:txBody>
          <a:bodyPr wrap="square" lIns="0" tIns="0" rIns="0" bIns="0" rtlCol="0" anchor="ctr"/>
          <a:lstStyle/>
          <a:p>
            <a:pPr marL="0" indent="0">
              <a:buNone/>
            </a:pPr>
            <a:r>
              <a:rPr lang="en-US" sz="1400" dirty="0">
                <a:solidFill>
                  <a:srgbClr val="A8C0D8"/>
                </a:solidFill>
                <a:latin typeface="Segoe UI" pitchFamily="34" charset="0"/>
                <a:ea typeface="Segoe UI" pitchFamily="34" charset="-122"/>
                <a:cs typeface="Segoe UI" pitchFamily="34" charset="-120"/>
              </a:rPr>
              <a:t>Commitments are scattered across dozens of messages. Copilot turns a thread into meeting prep, an action tracker, and a status report.</a:t>
            </a:r>
            <a:endParaRPr lang="en-US" sz="1400" dirty="0"/>
          </a:p>
        </p:txBody>
      </p:sp>
      <p:sp>
        <p:nvSpPr>
          <p:cNvPr id="5" name="Text 3"/>
          <p:cNvSpPr/>
          <p:nvPr/>
        </p:nvSpPr>
        <p:spPr>
          <a:xfrm>
            <a:off x="6858000" y="3291840"/>
            <a:ext cx="1645920" cy="1280160"/>
          </a:xfrm>
          <a:prstGeom prst="rect">
            <a:avLst/>
          </a:prstGeom>
          <a:noFill/>
          <a:ln/>
        </p:spPr>
        <p:txBody>
          <a:bodyPr wrap="square" lIns="0" tIns="0" rIns="0" bIns="0" rtlCol="0" anchor="ctr"/>
          <a:lstStyle/>
          <a:p>
            <a:pPr marL="0" indent="0" algn="r">
              <a:buNone/>
            </a:pPr>
            <a:r>
              <a:rPr lang="en-US" sz="9600" b="1" dirty="0">
                <a:solidFill>
                  <a:srgbClr val="0891B2"/>
                </a:solidFill>
                <a:latin typeface="Segoe UI" pitchFamily="34" charset="0"/>
                <a:ea typeface="Segoe UI" pitchFamily="34" charset="-122"/>
                <a:cs typeface="Segoe UI" pitchFamily="34" charset="-120"/>
              </a:rPr>
              <a:t>3</a:t>
            </a:r>
            <a:endParaRPr lang="en-US" sz="9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320040"/>
            <a:ext cx="786384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Module 3: From Thread to Deliverable</a:t>
            </a:r>
            <a:endParaRPr lang="en-US" sz="2600" dirty="0"/>
          </a:p>
        </p:txBody>
      </p:sp>
      <p:sp>
        <p:nvSpPr>
          <p:cNvPr id="3" name="Text 1"/>
          <p:cNvSpPr/>
          <p:nvPr/>
        </p:nvSpPr>
        <p:spPr>
          <a:xfrm>
            <a:off x="640080" y="1078992"/>
            <a:ext cx="786384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Segoe UI" pitchFamily="34" charset="0"/>
                <a:ea typeface="Segoe UI" pitchFamily="34" charset="-122"/>
                <a:cs typeface="Segoe UI" pitchFamily="34" charset="-120"/>
              </a:rPr>
              <a:t>THREE PROMPTS TO REUSE</a:t>
            </a:r>
            <a:endParaRPr lang="en-US" sz="1100" dirty="0"/>
          </a:p>
        </p:txBody>
      </p:sp>
      <p:sp>
        <p:nvSpPr>
          <p:cNvPr id="4" name="Prompt card">
            <a:extLst>
              <a:ext uri="{C183D7F6-B498-43B3-948B-1728B52AA6E4}">
                <adec:decorative xmlns:adec="http://schemas.microsoft.com/office/drawing/2017/decorative" val="1"/>
              </a:ext>
            </a:extLst>
          </p:cNvPr>
          <p:cNvSpPr/>
          <p:nvPr/>
        </p:nvSpPr>
        <p:spPr>
          <a:xfrm>
            <a:off x="640080" y="1371600"/>
            <a:ext cx="2514600" cy="2331720"/>
          </a:xfrm>
          <a:prstGeom prst="rect">
            <a:avLst/>
          </a:prstGeom>
          <a:solidFill>
            <a:srgbClr val="173458"/>
          </a:solidFill>
          <a:ln w="12700">
            <a:solidFill>
              <a:srgbClr val="0891B2"/>
            </a:solidFill>
            <a:prstDash val="solid"/>
          </a:ln>
        </p:spPr>
        <p:txBody>
          <a:bodyPr/>
          <a:lstStyle/>
          <a:p>
            <a:endParaRPr lang="en-US"/>
          </a:p>
        </p:txBody>
      </p:sp>
      <p:sp>
        <p:nvSpPr>
          <p:cNvPr id="5" name="Card accent">
            <a:extLst>
              <a:ext uri="{C183D7F6-B498-43B3-948B-1728B52AA6E4}">
                <adec:decorative xmlns:adec="http://schemas.microsoft.com/office/drawing/2017/decorative" val="1"/>
              </a:ext>
            </a:extLst>
          </p:cNvPr>
          <p:cNvSpPr/>
          <p:nvPr/>
        </p:nvSpPr>
        <p:spPr>
          <a:xfrm>
            <a:off x="640080" y="1371600"/>
            <a:ext cx="64008" cy="2331720"/>
          </a:xfrm>
          <a:prstGeom prst="rect">
            <a:avLst/>
          </a:prstGeom>
          <a:solidFill>
            <a:srgbClr val="22D3EE"/>
          </a:solidFill>
          <a:ln/>
        </p:spPr>
        <p:txBody>
          <a:bodyPr/>
          <a:lstStyle/>
          <a:p>
            <a:endParaRPr lang="en-US"/>
          </a:p>
        </p:txBody>
      </p:sp>
      <p:sp>
        <p:nvSpPr>
          <p:cNvPr id="6" name="Text 4"/>
          <p:cNvSpPr/>
          <p:nvPr/>
        </p:nvSpPr>
        <p:spPr>
          <a:xfrm>
            <a:off x="868680" y="1481328"/>
            <a:ext cx="2103120" cy="237744"/>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MEETING PREPARATION</a:t>
            </a:r>
            <a:endParaRPr lang="en-US" sz="1000" dirty="0"/>
          </a:p>
        </p:txBody>
      </p:sp>
      <p:sp>
        <p:nvSpPr>
          <p:cNvPr id="7" name="Text 5"/>
          <p:cNvSpPr/>
          <p:nvPr/>
        </p:nvSpPr>
        <p:spPr>
          <a:xfrm>
            <a:off x="868680" y="1737360"/>
            <a:ext cx="2103120" cy="1828800"/>
          </a:xfrm>
          <a:prstGeom prst="rect">
            <a:avLst/>
          </a:prstGeom>
          <a:noFill/>
          <a:ln/>
        </p:spPr>
        <p:txBody>
          <a:bodyPr wrap="square" lIns="0" tIns="0" rIns="0" bIns="0" rtlCol="0" anchor="t"/>
          <a:lstStyle/>
          <a:p>
            <a:pPr marL="0" indent="0">
              <a:buNone/>
            </a:pPr>
            <a:r>
              <a:rPr lang="en-US" sz="1200" i="1" dirty="0">
                <a:solidFill>
                  <a:srgbClr val="FFFFFF"/>
                </a:solidFill>
                <a:latin typeface="Segoe UI" pitchFamily="34" charset="0"/>
                <a:ea typeface="Segoe UI" pitchFamily="34" charset="-122"/>
                <a:cs typeface="Segoe UI" pitchFamily="34" charset="-120"/>
              </a:rPr>
              <a:t>Based on this email thread, prepare me for a meeting by providing background, key stakeholders, decisions required, risks and concerns, and questions I should ask.</a:t>
            </a:r>
            <a:endParaRPr lang="en-US" sz="1200" dirty="0"/>
          </a:p>
        </p:txBody>
      </p:sp>
      <p:sp>
        <p:nvSpPr>
          <p:cNvPr id="8" name="Prompt card">
            <a:extLst>
              <a:ext uri="{C183D7F6-B498-43B3-948B-1728B52AA6E4}">
                <adec:decorative xmlns:adec="http://schemas.microsoft.com/office/drawing/2017/decorative" val="1"/>
              </a:ext>
            </a:extLst>
          </p:cNvPr>
          <p:cNvSpPr/>
          <p:nvPr/>
        </p:nvSpPr>
        <p:spPr>
          <a:xfrm>
            <a:off x="3310128" y="1371600"/>
            <a:ext cx="2514600" cy="2331720"/>
          </a:xfrm>
          <a:prstGeom prst="rect">
            <a:avLst/>
          </a:prstGeom>
          <a:solidFill>
            <a:srgbClr val="173458"/>
          </a:solidFill>
          <a:ln w="12700">
            <a:solidFill>
              <a:srgbClr val="0891B2"/>
            </a:solidFill>
            <a:prstDash val="solid"/>
          </a:ln>
        </p:spPr>
        <p:txBody>
          <a:bodyPr/>
          <a:lstStyle/>
          <a:p>
            <a:endParaRPr lang="en-US"/>
          </a:p>
        </p:txBody>
      </p:sp>
      <p:sp>
        <p:nvSpPr>
          <p:cNvPr id="9" name="Card accent">
            <a:extLst>
              <a:ext uri="{C183D7F6-B498-43B3-948B-1728B52AA6E4}">
                <adec:decorative xmlns:adec="http://schemas.microsoft.com/office/drawing/2017/decorative" val="1"/>
              </a:ext>
            </a:extLst>
          </p:cNvPr>
          <p:cNvSpPr/>
          <p:nvPr/>
        </p:nvSpPr>
        <p:spPr>
          <a:xfrm>
            <a:off x="3310128" y="1371600"/>
            <a:ext cx="64008" cy="2331720"/>
          </a:xfrm>
          <a:prstGeom prst="rect">
            <a:avLst/>
          </a:prstGeom>
          <a:solidFill>
            <a:srgbClr val="22D3EE"/>
          </a:solidFill>
          <a:ln/>
        </p:spPr>
        <p:txBody>
          <a:bodyPr/>
          <a:lstStyle/>
          <a:p>
            <a:endParaRPr lang="en-US"/>
          </a:p>
        </p:txBody>
      </p:sp>
      <p:sp>
        <p:nvSpPr>
          <p:cNvPr id="10" name="Text 8"/>
          <p:cNvSpPr/>
          <p:nvPr/>
        </p:nvSpPr>
        <p:spPr>
          <a:xfrm>
            <a:off x="3538728" y="1481328"/>
            <a:ext cx="2103120" cy="237744"/>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ACTION ITEM TRACKER</a:t>
            </a:r>
            <a:endParaRPr lang="en-US" sz="1000" dirty="0"/>
          </a:p>
        </p:txBody>
      </p:sp>
      <p:sp>
        <p:nvSpPr>
          <p:cNvPr id="11" name="Text 9"/>
          <p:cNvSpPr/>
          <p:nvPr/>
        </p:nvSpPr>
        <p:spPr>
          <a:xfrm>
            <a:off x="3538728" y="1737360"/>
            <a:ext cx="2103120" cy="1828800"/>
          </a:xfrm>
          <a:prstGeom prst="rect">
            <a:avLst/>
          </a:prstGeom>
          <a:noFill/>
          <a:ln/>
        </p:spPr>
        <p:txBody>
          <a:bodyPr wrap="square" lIns="0" tIns="0" rIns="0" bIns="0" rtlCol="0" anchor="t"/>
          <a:lstStyle/>
          <a:p>
            <a:pPr marL="0" indent="0">
              <a:buNone/>
            </a:pPr>
            <a:r>
              <a:rPr lang="en-US" sz="1200" i="1" dirty="0">
                <a:solidFill>
                  <a:srgbClr val="FFFFFF"/>
                </a:solidFill>
                <a:latin typeface="Segoe UI" pitchFamily="34" charset="0"/>
                <a:ea typeface="Segoe UI" pitchFamily="34" charset="-122"/>
                <a:cs typeface="Segoe UI" pitchFamily="34" charset="-120"/>
              </a:rPr>
              <a:t>Review this conversation and identify all action items, owners, and deadlines in a table.</a:t>
            </a:r>
            <a:endParaRPr lang="en-US" sz="1200" dirty="0"/>
          </a:p>
        </p:txBody>
      </p:sp>
      <p:sp>
        <p:nvSpPr>
          <p:cNvPr id="12" name="Prompt card">
            <a:extLst>
              <a:ext uri="{C183D7F6-B498-43B3-948B-1728B52AA6E4}">
                <adec:decorative xmlns:adec="http://schemas.microsoft.com/office/drawing/2017/decorative" val="1"/>
              </a:ext>
            </a:extLst>
          </p:cNvPr>
          <p:cNvSpPr/>
          <p:nvPr/>
        </p:nvSpPr>
        <p:spPr>
          <a:xfrm>
            <a:off x="5989320" y="1371600"/>
            <a:ext cx="2514600" cy="2331720"/>
          </a:xfrm>
          <a:prstGeom prst="rect">
            <a:avLst/>
          </a:prstGeom>
          <a:solidFill>
            <a:srgbClr val="173458"/>
          </a:solidFill>
          <a:ln w="12700">
            <a:solidFill>
              <a:srgbClr val="0891B2"/>
            </a:solidFill>
            <a:prstDash val="solid"/>
          </a:ln>
        </p:spPr>
        <p:txBody>
          <a:bodyPr/>
          <a:lstStyle/>
          <a:p>
            <a:endParaRPr lang="en-US"/>
          </a:p>
        </p:txBody>
      </p:sp>
      <p:sp>
        <p:nvSpPr>
          <p:cNvPr id="13" name="Card accent">
            <a:extLst>
              <a:ext uri="{C183D7F6-B498-43B3-948B-1728B52AA6E4}">
                <adec:decorative xmlns:adec="http://schemas.microsoft.com/office/drawing/2017/decorative" val="1"/>
              </a:ext>
            </a:extLst>
          </p:cNvPr>
          <p:cNvSpPr/>
          <p:nvPr/>
        </p:nvSpPr>
        <p:spPr>
          <a:xfrm>
            <a:off x="5989320" y="1371600"/>
            <a:ext cx="64008" cy="2331720"/>
          </a:xfrm>
          <a:prstGeom prst="rect">
            <a:avLst/>
          </a:prstGeom>
          <a:solidFill>
            <a:srgbClr val="22D3EE"/>
          </a:solidFill>
          <a:ln/>
        </p:spPr>
        <p:txBody>
          <a:bodyPr/>
          <a:lstStyle/>
          <a:p>
            <a:endParaRPr lang="en-US"/>
          </a:p>
        </p:txBody>
      </p:sp>
      <p:sp>
        <p:nvSpPr>
          <p:cNvPr id="14" name="Text 12"/>
          <p:cNvSpPr/>
          <p:nvPr/>
        </p:nvSpPr>
        <p:spPr>
          <a:xfrm>
            <a:off x="6217920" y="1481328"/>
            <a:ext cx="2103120" cy="237744"/>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PROJECT STATUS REPORT</a:t>
            </a:r>
            <a:endParaRPr lang="en-US" sz="1000" dirty="0"/>
          </a:p>
        </p:txBody>
      </p:sp>
      <p:sp>
        <p:nvSpPr>
          <p:cNvPr id="15" name="Text 13"/>
          <p:cNvSpPr/>
          <p:nvPr/>
        </p:nvSpPr>
        <p:spPr>
          <a:xfrm>
            <a:off x="6217920" y="1737360"/>
            <a:ext cx="2103120" cy="1828800"/>
          </a:xfrm>
          <a:prstGeom prst="rect">
            <a:avLst/>
          </a:prstGeom>
          <a:noFill/>
          <a:ln/>
        </p:spPr>
        <p:txBody>
          <a:bodyPr wrap="square" lIns="0" tIns="0" rIns="0" bIns="0" rtlCol="0" anchor="t"/>
          <a:lstStyle/>
          <a:p>
            <a:pPr marL="0" indent="0">
              <a:buNone/>
            </a:pPr>
            <a:r>
              <a:rPr lang="en-US" sz="1200" i="1" dirty="0">
                <a:solidFill>
                  <a:srgbClr val="FFFFFF"/>
                </a:solidFill>
                <a:latin typeface="Segoe UI" pitchFamily="34" charset="0"/>
                <a:ea typeface="Segoe UI" pitchFamily="34" charset="-122"/>
                <a:cs typeface="Segoe UI" pitchFamily="34" charset="-120"/>
              </a:rPr>
              <a:t>Create a project status report based on this email thread including accomplishments, risks, blockers, and next steps.</a:t>
            </a:r>
            <a:endParaRPr lang="en-US" sz="1200" dirty="0"/>
          </a:p>
        </p:txBody>
      </p:sp>
      <p:sp>
        <p:nvSpPr>
          <p:cNvPr id="16" name="Text 14"/>
          <p:cNvSpPr/>
          <p:nvPr/>
        </p:nvSpPr>
        <p:spPr>
          <a:xfrm>
            <a:off x="640080" y="3977640"/>
            <a:ext cx="7863840" cy="365760"/>
          </a:xfrm>
          <a:prstGeom prst="rect">
            <a:avLst/>
          </a:prstGeom>
          <a:noFill/>
          <a:ln/>
        </p:spPr>
        <p:txBody>
          <a:bodyPr wrap="square" lIns="0" tIns="0" rIns="0" bIns="0" rtlCol="0" anchor="ctr"/>
          <a:lstStyle/>
          <a:p>
            <a:pPr marL="0" indent="0">
              <a:buNone/>
            </a:pPr>
            <a:r>
              <a:rPr lang="en-US" sz="1300" i="1" dirty="0">
                <a:solidFill>
                  <a:srgbClr val="A8C0D8"/>
                </a:solidFill>
                <a:latin typeface="Segoe UI" pitchFamily="34" charset="0"/>
                <a:ea typeface="Segoe UI" pitchFamily="34" charset="-122"/>
                <a:cs typeface="Segoe UI" pitchFamily="34" charset="-120"/>
              </a:rPr>
              <a:t>Demonstration: run all three against one live project chain and compare the outputs.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22960" y="1463040"/>
            <a:ext cx="768096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Segoe UI" pitchFamily="34" charset="0"/>
                <a:ea typeface="Segoe UI" pitchFamily="34" charset="-122"/>
                <a:cs typeface="Segoe UI" pitchFamily="34" charset="-120"/>
              </a:rPr>
              <a:t>MODULE 4  |  10 minutes</a:t>
            </a:r>
            <a:endParaRPr lang="en-US" sz="1200" dirty="0"/>
          </a:p>
        </p:txBody>
      </p:sp>
      <p:sp>
        <p:nvSpPr>
          <p:cNvPr id="3" name="Text 1"/>
          <p:cNvSpPr>
            <a:spLocks noGrp="1"/>
          </p:cNvSpPr>
          <p:nvPr>
            <p:ph type="title" idx="101" hasCustomPrompt="1"/>
          </p:nvPr>
        </p:nvSpPr>
        <p:spPr>
          <a:xfrm>
            <a:off x="822960" y="1920240"/>
            <a:ext cx="7680960" cy="1097280"/>
          </a:xfrm>
          <a:prstGeom prst="rect">
            <a:avLst/>
          </a:prstGeom>
          <a:noFill/>
          <a:ln/>
        </p:spPr>
        <p:txBody>
          <a:bodyPr wrap="square" lIns="0" tIns="0" rIns="0" bIns="0" rtlCol="0" anchor="ctr"/>
          <a:lstStyle/>
          <a:p>
            <a:pPr marL="0" indent="0">
              <a:buNone/>
            </a:pPr>
            <a:r>
              <a:rPr lang="en-US" sz="3400" b="1" dirty="0">
                <a:solidFill>
                  <a:srgbClr val="FFFFFF"/>
                </a:solidFill>
                <a:latin typeface="Segoe UI" pitchFamily="34" charset="0"/>
                <a:ea typeface="Segoe UI" pitchFamily="34" charset="-122"/>
                <a:cs typeface="Segoe UI" pitchFamily="34" charset="-120"/>
              </a:rPr>
              <a:t>DGS-Specific Productivity Scenarios</a:t>
            </a:r>
            <a:endParaRPr lang="en-US" sz="3400" dirty="0"/>
          </a:p>
        </p:txBody>
      </p:sp>
      <p:sp>
        <p:nvSpPr>
          <p:cNvPr id="4" name="Text 2"/>
          <p:cNvSpPr/>
          <p:nvPr/>
        </p:nvSpPr>
        <p:spPr>
          <a:xfrm>
            <a:off x="822960" y="3154680"/>
            <a:ext cx="6949440" cy="731520"/>
          </a:xfrm>
          <a:prstGeom prst="rect">
            <a:avLst/>
          </a:prstGeom>
          <a:noFill/>
          <a:ln/>
        </p:spPr>
        <p:txBody>
          <a:bodyPr wrap="square" lIns="0" tIns="0" rIns="0" bIns="0" rtlCol="0" anchor="ctr"/>
          <a:lstStyle/>
          <a:p>
            <a:pPr marL="0" indent="0">
              <a:buNone/>
            </a:pPr>
            <a:r>
              <a:rPr lang="en-US" sz="1400" dirty="0">
                <a:solidFill>
                  <a:srgbClr val="A8C0D8"/>
                </a:solidFill>
                <a:latin typeface="Segoe UI" pitchFamily="34" charset="0"/>
                <a:ea typeface="Segoe UI" pitchFamily="34" charset="-122"/>
                <a:cs typeface="Segoe UI" pitchFamily="34" charset="-120"/>
              </a:rPr>
              <a:t>Four everyday situations where a single prompt replaces an hour of reading, sorting, and drafting.</a:t>
            </a:r>
            <a:endParaRPr lang="en-US" sz="1400" dirty="0"/>
          </a:p>
        </p:txBody>
      </p:sp>
      <p:sp>
        <p:nvSpPr>
          <p:cNvPr id="5" name="Text 3"/>
          <p:cNvSpPr/>
          <p:nvPr/>
        </p:nvSpPr>
        <p:spPr>
          <a:xfrm>
            <a:off x="6858000" y="3291840"/>
            <a:ext cx="1645920" cy="1280160"/>
          </a:xfrm>
          <a:prstGeom prst="rect">
            <a:avLst/>
          </a:prstGeom>
          <a:noFill/>
          <a:ln/>
        </p:spPr>
        <p:txBody>
          <a:bodyPr wrap="square" lIns="0" tIns="0" rIns="0" bIns="0" rtlCol="0" anchor="ctr"/>
          <a:lstStyle/>
          <a:p>
            <a:pPr marL="0" indent="0" algn="r">
              <a:buNone/>
            </a:pPr>
            <a:r>
              <a:rPr lang="en-US" sz="9600" b="1" dirty="0">
                <a:solidFill>
                  <a:srgbClr val="0891B2"/>
                </a:solidFill>
                <a:latin typeface="Segoe UI" pitchFamily="34" charset="0"/>
                <a:ea typeface="Segoe UI" pitchFamily="34" charset="-122"/>
                <a:cs typeface="Segoe UI" pitchFamily="34" charset="-120"/>
              </a:rPr>
              <a:t>4</a:t>
            </a:r>
            <a:endParaRPr lang="en-US" sz="9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320040"/>
            <a:ext cx="786384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Module 4: Four DGS Scenarios</a:t>
            </a:r>
            <a:endParaRPr lang="en-US" sz="2600" dirty="0"/>
          </a:p>
        </p:txBody>
      </p:sp>
      <p:sp>
        <p:nvSpPr>
          <p:cNvPr id="3" name="Text 1"/>
          <p:cNvSpPr/>
          <p:nvPr/>
        </p:nvSpPr>
        <p:spPr>
          <a:xfrm>
            <a:off x="640080" y="1078992"/>
            <a:ext cx="786384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Segoe UI" pitchFamily="34" charset="0"/>
                <a:ea typeface="Segoe UI" pitchFamily="34" charset="-122"/>
                <a:cs typeface="Segoe UI" pitchFamily="34" charset="-120"/>
              </a:rPr>
              <a:t>PROMPTS YOU CAN USE TODAY</a:t>
            </a:r>
            <a:endParaRPr lang="en-US" sz="1100" dirty="0"/>
          </a:p>
        </p:txBody>
      </p:sp>
      <p:sp>
        <p:nvSpPr>
          <p:cNvPr id="4" name="Prompt card">
            <a:extLst>
              <a:ext uri="{C183D7F6-B498-43B3-948B-1728B52AA6E4}">
                <adec:decorative xmlns:adec="http://schemas.microsoft.com/office/drawing/2017/decorative" val="1"/>
              </a:ext>
            </a:extLst>
          </p:cNvPr>
          <p:cNvSpPr/>
          <p:nvPr/>
        </p:nvSpPr>
        <p:spPr>
          <a:xfrm>
            <a:off x="640080" y="1371600"/>
            <a:ext cx="3840480" cy="1417320"/>
          </a:xfrm>
          <a:prstGeom prst="rect">
            <a:avLst/>
          </a:prstGeom>
          <a:solidFill>
            <a:srgbClr val="173458"/>
          </a:solidFill>
          <a:ln w="12700">
            <a:solidFill>
              <a:srgbClr val="0891B2"/>
            </a:solidFill>
            <a:prstDash val="solid"/>
          </a:ln>
        </p:spPr>
        <p:txBody>
          <a:bodyPr/>
          <a:lstStyle/>
          <a:p>
            <a:endParaRPr lang="en-US"/>
          </a:p>
        </p:txBody>
      </p:sp>
      <p:sp>
        <p:nvSpPr>
          <p:cNvPr id="5" name="Card accent">
            <a:extLst>
              <a:ext uri="{C183D7F6-B498-43B3-948B-1728B52AA6E4}">
                <adec:decorative xmlns:adec="http://schemas.microsoft.com/office/drawing/2017/decorative" val="1"/>
              </a:ext>
            </a:extLst>
          </p:cNvPr>
          <p:cNvSpPr/>
          <p:nvPr/>
        </p:nvSpPr>
        <p:spPr>
          <a:xfrm>
            <a:off x="640080" y="1371600"/>
            <a:ext cx="64008" cy="1417320"/>
          </a:xfrm>
          <a:prstGeom prst="rect">
            <a:avLst/>
          </a:prstGeom>
          <a:solidFill>
            <a:srgbClr val="22D3EE"/>
          </a:solidFill>
          <a:ln/>
        </p:spPr>
        <p:txBody>
          <a:bodyPr/>
          <a:lstStyle/>
          <a:p>
            <a:endParaRPr lang="en-US"/>
          </a:p>
        </p:txBody>
      </p:sp>
      <p:sp>
        <p:nvSpPr>
          <p:cNvPr id="6" name="Text 4"/>
          <p:cNvSpPr/>
          <p:nvPr/>
        </p:nvSpPr>
        <p:spPr>
          <a:xfrm>
            <a:off x="868680" y="1481328"/>
            <a:ext cx="3429000" cy="237744"/>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1  PROCUREMENT EVALUATION</a:t>
            </a:r>
            <a:endParaRPr lang="en-US" sz="1000" dirty="0"/>
          </a:p>
        </p:txBody>
      </p:sp>
      <p:sp>
        <p:nvSpPr>
          <p:cNvPr id="7" name="Text 5"/>
          <p:cNvSpPr/>
          <p:nvPr/>
        </p:nvSpPr>
        <p:spPr>
          <a:xfrm>
            <a:off x="868680" y="1737360"/>
            <a:ext cx="3429000" cy="914400"/>
          </a:xfrm>
          <a:prstGeom prst="rect">
            <a:avLst/>
          </a:prstGeom>
          <a:noFill/>
          <a:ln/>
        </p:spPr>
        <p:txBody>
          <a:bodyPr wrap="square" lIns="0" tIns="0" rIns="0" bIns="0" rtlCol="0" anchor="t"/>
          <a:lstStyle/>
          <a:p>
            <a:pPr marL="0" indent="0">
              <a:buNone/>
            </a:pPr>
            <a:r>
              <a:rPr lang="en-US" sz="1150" i="1" dirty="0">
                <a:solidFill>
                  <a:srgbClr val="FFFFFF"/>
                </a:solidFill>
                <a:latin typeface="Segoe UI" pitchFamily="34" charset="0"/>
                <a:ea typeface="Segoe UI" pitchFamily="34" charset="-122"/>
                <a:cs typeface="Segoe UI" pitchFamily="34" charset="-120"/>
              </a:rPr>
              <a:t>Summarize vendor feedback received in this email thread and categorize comments into pricing, technical capability, schedule, and compliance concerns.</a:t>
            </a:r>
            <a:endParaRPr lang="en-US" sz="1150" dirty="0"/>
          </a:p>
        </p:txBody>
      </p:sp>
      <p:sp>
        <p:nvSpPr>
          <p:cNvPr id="8" name="Prompt card">
            <a:extLst>
              <a:ext uri="{C183D7F6-B498-43B3-948B-1728B52AA6E4}">
                <adec:decorative xmlns:adec="http://schemas.microsoft.com/office/drawing/2017/decorative" val="1"/>
              </a:ext>
            </a:extLst>
          </p:cNvPr>
          <p:cNvSpPr/>
          <p:nvPr/>
        </p:nvSpPr>
        <p:spPr>
          <a:xfrm>
            <a:off x="4663440" y="1371600"/>
            <a:ext cx="3840480" cy="1417320"/>
          </a:xfrm>
          <a:prstGeom prst="rect">
            <a:avLst/>
          </a:prstGeom>
          <a:solidFill>
            <a:srgbClr val="173458"/>
          </a:solidFill>
          <a:ln w="12700">
            <a:solidFill>
              <a:srgbClr val="0891B2"/>
            </a:solidFill>
            <a:prstDash val="solid"/>
          </a:ln>
        </p:spPr>
        <p:txBody>
          <a:bodyPr/>
          <a:lstStyle/>
          <a:p>
            <a:endParaRPr lang="en-US"/>
          </a:p>
        </p:txBody>
      </p:sp>
      <p:sp>
        <p:nvSpPr>
          <p:cNvPr id="9" name="Card accent">
            <a:extLst>
              <a:ext uri="{C183D7F6-B498-43B3-948B-1728B52AA6E4}">
                <adec:decorative xmlns:adec="http://schemas.microsoft.com/office/drawing/2017/decorative" val="1"/>
              </a:ext>
            </a:extLst>
          </p:cNvPr>
          <p:cNvSpPr/>
          <p:nvPr/>
        </p:nvSpPr>
        <p:spPr>
          <a:xfrm>
            <a:off x="4663440" y="1371600"/>
            <a:ext cx="64008" cy="1417320"/>
          </a:xfrm>
          <a:prstGeom prst="rect">
            <a:avLst/>
          </a:prstGeom>
          <a:solidFill>
            <a:srgbClr val="22D3EE"/>
          </a:solidFill>
          <a:ln/>
        </p:spPr>
        <p:txBody>
          <a:bodyPr/>
          <a:lstStyle/>
          <a:p>
            <a:endParaRPr lang="en-US"/>
          </a:p>
        </p:txBody>
      </p:sp>
      <p:sp>
        <p:nvSpPr>
          <p:cNvPr id="10" name="Text 8"/>
          <p:cNvSpPr/>
          <p:nvPr/>
        </p:nvSpPr>
        <p:spPr>
          <a:xfrm>
            <a:off x="4892040" y="1481328"/>
            <a:ext cx="3429000" cy="237744"/>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2  FACILITIES MANAGEMENT</a:t>
            </a:r>
            <a:endParaRPr lang="en-US" sz="1000" dirty="0"/>
          </a:p>
        </p:txBody>
      </p:sp>
      <p:sp>
        <p:nvSpPr>
          <p:cNvPr id="11" name="Text 9"/>
          <p:cNvSpPr/>
          <p:nvPr/>
        </p:nvSpPr>
        <p:spPr>
          <a:xfrm>
            <a:off x="4892040" y="1737360"/>
            <a:ext cx="3429000" cy="914400"/>
          </a:xfrm>
          <a:prstGeom prst="rect">
            <a:avLst/>
          </a:prstGeom>
          <a:noFill/>
          <a:ln/>
        </p:spPr>
        <p:txBody>
          <a:bodyPr wrap="square" lIns="0" tIns="0" rIns="0" bIns="0" rtlCol="0" anchor="t"/>
          <a:lstStyle/>
          <a:p>
            <a:pPr marL="0" indent="0">
              <a:buNone/>
            </a:pPr>
            <a:r>
              <a:rPr lang="en-US" sz="1150" i="1" dirty="0">
                <a:solidFill>
                  <a:srgbClr val="FFFFFF"/>
                </a:solidFill>
                <a:latin typeface="Segoe UI" pitchFamily="34" charset="0"/>
                <a:ea typeface="Segoe UI" pitchFamily="34" charset="-122"/>
                <a:cs typeface="Segoe UI" pitchFamily="34" charset="-120"/>
              </a:rPr>
              <a:t>Draft an update to building stakeholders explaining project progress, current risks, and next milestones in clear, non-technical language.</a:t>
            </a:r>
            <a:endParaRPr lang="en-US" sz="1150" dirty="0"/>
          </a:p>
        </p:txBody>
      </p:sp>
      <p:sp>
        <p:nvSpPr>
          <p:cNvPr id="12" name="Prompt card">
            <a:extLst>
              <a:ext uri="{C183D7F6-B498-43B3-948B-1728B52AA6E4}">
                <adec:decorative xmlns:adec="http://schemas.microsoft.com/office/drawing/2017/decorative" val="1"/>
              </a:ext>
            </a:extLst>
          </p:cNvPr>
          <p:cNvSpPr/>
          <p:nvPr/>
        </p:nvSpPr>
        <p:spPr>
          <a:xfrm>
            <a:off x="640080" y="2971800"/>
            <a:ext cx="3840480" cy="1417320"/>
          </a:xfrm>
          <a:prstGeom prst="rect">
            <a:avLst/>
          </a:prstGeom>
          <a:solidFill>
            <a:srgbClr val="173458"/>
          </a:solidFill>
          <a:ln w="12700">
            <a:solidFill>
              <a:srgbClr val="0891B2"/>
            </a:solidFill>
            <a:prstDash val="solid"/>
          </a:ln>
        </p:spPr>
        <p:txBody>
          <a:bodyPr/>
          <a:lstStyle/>
          <a:p>
            <a:endParaRPr lang="en-US"/>
          </a:p>
        </p:txBody>
      </p:sp>
      <p:sp>
        <p:nvSpPr>
          <p:cNvPr id="13" name="Card accent">
            <a:extLst>
              <a:ext uri="{C183D7F6-B498-43B3-948B-1728B52AA6E4}">
                <adec:decorative xmlns:adec="http://schemas.microsoft.com/office/drawing/2017/decorative" val="1"/>
              </a:ext>
            </a:extLst>
          </p:cNvPr>
          <p:cNvSpPr/>
          <p:nvPr/>
        </p:nvSpPr>
        <p:spPr>
          <a:xfrm>
            <a:off x="640080" y="2971800"/>
            <a:ext cx="64008" cy="1417320"/>
          </a:xfrm>
          <a:prstGeom prst="rect">
            <a:avLst/>
          </a:prstGeom>
          <a:solidFill>
            <a:srgbClr val="22D3EE"/>
          </a:solidFill>
          <a:ln/>
        </p:spPr>
        <p:txBody>
          <a:bodyPr/>
          <a:lstStyle/>
          <a:p>
            <a:endParaRPr lang="en-US"/>
          </a:p>
        </p:txBody>
      </p:sp>
      <p:sp>
        <p:nvSpPr>
          <p:cNvPr id="14" name="Text 12"/>
          <p:cNvSpPr/>
          <p:nvPr/>
        </p:nvSpPr>
        <p:spPr>
          <a:xfrm>
            <a:off x="868680" y="3081528"/>
            <a:ext cx="3429000" cy="237744"/>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3  EXECUTIVE BRIEFING</a:t>
            </a:r>
            <a:endParaRPr lang="en-US" sz="1000" dirty="0"/>
          </a:p>
        </p:txBody>
      </p:sp>
      <p:sp>
        <p:nvSpPr>
          <p:cNvPr id="15" name="Text 13"/>
          <p:cNvSpPr/>
          <p:nvPr/>
        </p:nvSpPr>
        <p:spPr>
          <a:xfrm>
            <a:off x="868680" y="3337560"/>
            <a:ext cx="3429000" cy="914400"/>
          </a:xfrm>
          <a:prstGeom prst="rect">
            <a:avLst/>
          </a:prstGeom>
          <a:noFill/>
          <a:ln/>
        </p:spPr>
        <p:txBody>
          <a:bodyPr wrap="square" lIns="0" tIns="0" rIns="0" bIns="0" rtlCol="0" anchor="t"/>
          <a:lstStyle/>
          <a:p>
            <a:pPr marL="0" indent="0">
              <a:buNone/>
            </a:pPr>
            <a:r>
              <a:rPr lang="en-US" sz="1150" i="1" dirty="0">
                <a:solidFill>
                  <a:srgbClr val="FFFFFF"/>
                </a:solidFill>
                <a:latin typeface="Segoe UI" pitchFamily="34" charset="0"/>
                <a:ea typeface="Segoe UI" pitchFamily="34" charset="-122"/>
                <a:cs typeface="Segoe UI" pitchFamily="34" charset="-120"/>
              </a:rPr>
              <a:t>Create a one-page executive briefing from this conversation that includes key decisions, pending approvals, risks, and recommended actions.</a:t>
            </a:r>
            <a:endParaRPr lang="en-US" sz="1150" dirty="0"/>
          </a:p>
        </p:txBody>
      </p:sp>
      <p:sp>
        <p:nvSpPr>
          <p:cNvPr id="16" name="Prompt card">
            <a:extLst>
              <a:ext uri="{C183D7F6-B498-43B3-948B-1728B52AA6E4}">
                <adec:decorative xmlns:adec="http://schemas.microsoft.com/office/drawing/2017/decorative" val="1"/>
              </a:ext>
            </a:extLst>
          </p:cNvPr>
          <p:cNvSpPr/>
          <p:nvPr/>
        </p:nvSpPr>
        <p:spPr>
          <a:xfrm>
            <a:off x="4663440" y="2971800"/>
            <a:ext cx="3840480" cy="1417320"/>
          </a:xfrm>
          <a:prstGeom prst="rect">
            <a:avLst/>
          </a:prstGeom>
          <a:solidFill>
            <a:srgbClr val="173458"/>
          </a:solidFill>
          <a:ln w="12700">
            <a:solidFill>
              <a:srgbClr val="0891B2"/>
            </a:solidFill>
            <a:prstDash val="solid"/>
          </a:ln>
        </p:spPr>
        <p:txBody>
          <a:bodyPr/>
          <a:lstStyle/>
          <a:p>
            <a:endParaRPr lang="en-US"/>
          </a:p>
        </p:txBody>
      </p:sp>
      <p:sp>
        <p:nvSpPr>
          <p:cNvPr id="17" name="Card accent">
            <a:extLst>
              <a:ext uri="{C183D7F6-B498-43B3-948B-1728B52AA6E4}">
                <adec:decorative xmlns:adec="http://schemas.microsoft.com/office/drawing/2017/decorative" val="1"/>
              </a:ext>
            </a:extLst>
          </p:cNvPr>
          <p:cNvSpPr/>
          <p:nvPr/>
        </p:nvSpPr>
        <p:spPr>
          <a:xfrm>
            <a:off x="4663440" y="2971800"/>
            <a:ext cx="64008" cy="1417320"/>
          </a:xfrm>
          <a:prstGeom prst="rect">
            <a:avLst/>
          </a:prstGeom>
          <a:solidFill>
            <a:srgbClr val="22D3EE"/>
          </a:solidFill>
          <a:ln/>
        </p:spPr>
        <p:txBody>
          <a:bodyPr/>
          <a:lstStyle/>
          <a:p>
            <a:endParaRPr lang="en-US"/>
          </a:p>
        </p:txBody>
      </p:sp>
      <p:sp>
        <p:nvSpPr>
          <p:cNvPr id="18" name="Text 16"/>
          <p:cNvSpPr/>
          <p:nvPr/>
        </p:nvSpPr>
        <p:spPr>
          <a:xfrm>
            <a:off x="4892040" y="3081528"/>
            <a:ext cx="3429000" cy="237744"/>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4  CONSTITUENT SERVICE</a:t>
            </a:r>
            <a:endParaRPr lang="en-US" sz="1000" dirty="0"/>
          </a:p>
        </p:txBody>
      </p:sp>
      <p:sp>
        <p:nvSpPr>
          <p:cNvPr id="19" name="Text 17"/>
          <p:cNvSpPr/>
          <p:nvPr/>
        </p:nvSpPr>
        <p:spPr>
          <a:xfrm>
            <a:off x="4892040" y="3337560"/>
            <a:ext cx="3429000" cy="914400"/>
          </a:xfrm>
          <a:prstGeom prst="rect">
            <a:avLst/>
          </a:prstGeom>
          <a:noFill/>
          <a:ln/>
        </p:spPr>
        <p:txBody>
          <a:bodyPr wrap="square" lIns="0" tIns="0" rIns="0" bIns="0" rtlCol="0" anchor="t"/>
          <a:lstStyle/>
          <a:p>
            <a:pPr marL="0" indent="0">
              <a:buNone/>
            </a:pPr>
            <a:r>
              <a:rPr lang="en-US" sz="1150" i="1" dirty="0">
                <a:solidFill>
                  <a:srgbClr val="FFFFFF"/>
                </a:solidFill>
                <a:latin typeface="Segoe UI" pitchFamily="34" charset="0"/>
                <a:ea typeface="Segoe UI" pitchFamily="34" charset="-122"/>
                <a:cs typeface="Segoe UI" pitchFamily="34" charset="-120"/>
              </a:rPr>
              <a:t>Draft a professional response acknowledging the concern, summarizing the issue, and outlining next steps while maintaining a customer-focused tone.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320040"/>
            <a:ext cx="786384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Advanced Prompting Techniques</a:t>
            </a:r>
            <a:endParaRPr lang="en-US" sz="2600" dirty="0"/>
          </a:p>
        </p:txBody>
      </p:sp>
      <p:sp>
        <p:nvSpPr>
          <p:cNvPr id="3" name="Text 1"/>
          <p:cNvSpPr/>
          <p:nvPr/>
        </p:nvSpPr>
        <p:spPr>
          <a:xfrm>
            <a:off x="640080" y="1078992"/>
            <a:ext cx="786384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Segoe UI" pitchFamily="34" charset="0"/>
                <a:ea typeface="Segoe UI" pitchFamily="34" charset="-122"/>
                <a:cs typeface="Segoe UI" pitchFamily="34" charset="-120"/>
              </a:rPr>
              <a:t>INTEGRATED THROUGHOUT THE SESSION</a:t>
            </a:r>
            <a:endParaRPr lang="en-US" sz="1100" dirty="0"/>
          </a:p>
        </p:txBody>
      </p:sp>
      <p:sp>
        <p:nvSpPr>
          <p:cNvPr id="4" name="Technique row">
            <a:extLst>
              <a:ext uri="{C183D7F6-B498-43B3-948B-1728B52AA6E4}">
                <adec:decorative xmlns:adec="http://schemas.microsoft.com/office/drawing/2017/decorative" val="1"/>
              </a:ext>
            </a:extLst>
          </p:cNvPr>
          <p:cNvSpPr/>
          <p:nvPr/>
        </p:nvSpPr>
        <p:spPr>
          <a:xfrm>
            <a:off x="640080" y="1371600"/>
            <a:ext cx="7863840" cy="548640"/>
          </a:xfrm>
          <a:prstGeom prst="rect">
            <a:avLst/>
          </a:prstGeom>
          <a:solidFill>
            <a:srgbClr val="173458"/>
          </a:solidFill>
          <a:ln/>
        </p:spPr>
        <p:txBody>
          <a:bodyPr/>
          <a:lstStyle/>
          <a:p>
            <a:endParaRPr lang="en-US"/>
          </a:p>
        </p:txBody>
      </p:sp>
      <p:sp>
        <p:nvSpPr>
          <p:cNvPr id="5" name="Row accent">
            <a:extLst>
              <a:ext uri="{C183D7F6-B498-43B3-948B-1728B52AA6E4}">
                <adec:decorative xmlns:adec="http://schemas.microsoft.com/office/drawing/2017/decorative" val="1"/>
              </a:ext>
            </a:extLst>
          </p:cNvPr>
          <p:cNvSpPr/>
          <p:nvPr/>
        </p:nvSpPr>
        <p:spPr>
          <a:xfrm>
            <a:off x="640080" y="1371600"/>
            <a:ext cx="54864" cy="548640"/>
          </a:xfrm>
          <a:prstGeom prst="rect">
            <a:avLst/>
          </a:prstGeom>
          <a:solidFill>
            <a:srgbClr val="22D3EE"/>
          </a:solidFill>
          <a:ln/>
        </p:spPr>
        <p:txBody>
          <a:bodyPr/>
          <a:lstStyle/>
          <a:p>
            <a:endParaRPr lang="en-US"/>
          </a:p>
        </p:txBody>
      </p:sp>
      <p:sp>
        <p:nvSpPr>
          <p:cNvPr id="6" name="Text 4"/>
          <p:cNvSpPr/>
          <p:nvPr/>
        </p:nvSpPr>
        <p:spPr>
          <a:xfrm>
            <a:off x="868680" y="1371600"/>
            <a:ext cx="2194560" cy="548640"/>
          </a:xfrm>
          <a:prstGeom prst="rect">
            <a:avLst/>
          </a:prstGeom>
          <a:noFill/>
          <a:ln/>
        </p:spPr>
        <p:txBody>
          <a:bodyPr wrap="square" lIns="0" tIns="0" rIns="0" bIns="0" rtlCol="0" anchor="ctr"/>
          <a:lstStyle/>
          <a:p>
            <a:pPr marL="0" indent="0">
              <a:buNone/>
            </a:pPr>
            <a:r>
              <a:rPr lang="en-US" sz="1100" b="1" dirty="0">
                <a:solidFill>
                  <a:srgbClr val="22D3EE"/>
                </a:solidFill>
                <a:latin typeface="Segoe UI" pitchFamily="34" charset="0"/>
                <a:ea typeface="Segoe UI" pitchFamily="34" charset="-122"/>
                <a:cs typeface="Segoe UI" pitchFamily="34" charset="-120"/>
              </a:rPr>
              <a:t>1  ROLE-BASED</a:t>
            </a:r>
            <a:endParaRPr lang="en-US" sz="1100" dirty="0"/>
          </a:p>
        </p:txBody>
      </p:sp>
      <p:sp>
        <p:nvSpPr>
          <p:cNvPr id="7" name="Text 5"/>
          <p:cNvSpPr/>
          <p:nvPr/>
        </p:nvSpPr>
        <p:spPr>
          <a:xfrm>
            <a:off x="3108960" y="1371600"/>
            <a:ext cx="5212080" cy="548640"/>
          </a:xfrm>
          <a:prstGeom prst="rect">
            <a:avLst/>
          </a:prstGeom>
          <a:noFill/>
          <a:ln/>
        </p:spPr>
        <p:txBody>
          <a:bodyPr wrap="square" lIns="0" tIns="0" rIns="0" bIns="0" rtlCol="0" anchor="ctr"/>
          <a:lstStyle/>
          <a:p>
            <a:pPr marL="0" indent="0">
              <a:buNone/>
            </a:pPr>
            <a:r>
              <a:rPr lang="en-US" sz="1200" i="1" dirty="0">
                <a:solidFill>
                  <a:srgbClr val="FFFFFF"/>
                </a:solidFill>
                <a:latin typeface="Segoe UI" pitchFamily="34" charset="0"/>
                <a:ea typeface="Segoe UI" pitchFamily="34" charset="-122"/>
                <a:cs typeface="Segoe UI" pitchFamily="34" charset="-120"/>
              </a:rPr>
              <a:t>Act as a California state government program manager and draft an executive-level response.</a:t>
            </a:r>
            <a:endParaRPr lang="en-US" sz="1200" dirty="0"/>
          </a:p>
        </p:txBody>
      </p:sp>
      <p:sp>
        <p:nvSpPr>
          <p:cNvPr id="8" name="Technique row">
            <a:extLst>
              <a:ext uri="{C183D7F6-B498-43B3-948B-1728B52AA6E4}">
                <adec:decorative xmlns:adec="http://schemas.microsoft.com/office/drawing/2017/decorative" val="1"/>
              </a:ext>
            </a:extLst>
          </p:cNvPr>
          <p:cNvSpPr/>
          <p:nvPr/>
        </p:nvSpPr>
        <p:spPr>
          <a:xfrm>
            <a:off x="640080" y="2029968"/>
            <a:ext cx="7863840" cy="548640"/>
          </a:xfrm>
          <a:prstGeom prst="rect">
            <a:avLst/>
          </a:prstGeom>
          <a:solidFill>
            <a:srgbClr val="173458"/>
          </a:solidFill>
          <a:ln/>
        </p:spPr>
        <p:txBody>
          <a:bodyPr/>
          <a:lstStyle/>
          <a:p>
            <a:endParaRPr lang="en-US"/>
          </a:p>
        </p:txBody>
      </p:sp>
      <p:sp>
        <p:nvSpPr>
          <p:cNvPr id="9" name="Row accent">
            <a:extLst>
              <a:ext uri="{C183D7F6-B498-43B3-948B-1728B52AA6E4}">
                <adec:decorative xmlns:adec="http://schemas.microsoft.com/office/drawing/2017/decorative" val="1"/>
              </a:ext>
            </a:extLst>
          </p:cNvPr>
          <p:cNvSpPr/>
          <p:nvPr/>
        </p:nvSpPr>
        <p:spPr>
          <a:xfrm>
            <a:off x="640080" y="2029968"/>
            <a:ext cx="54864" cy="548640"/>
          </a:xfrm>
          <a:prstGeom prst="rect">
            <a:avLst/>
          </a:prstGeom>
          <a:solidFill>
            <a:srgbClr val="22D3EE"/>
          </a:solidFill>
          <a:ln/>
        </p:spPr>
        <p:txBody>
          <a:bodyPr/>
          <a:lstStyle/>
          <a:p>
            <a:endParaRPr lang="en-US"/>
          </a:p>
        </p:txBody>
      </p:sp>
      <p:sp>
        <p:nvSpPr>
          <p:cNvPr id="10" name="Text 8"/>
          <p:cNvSpPr/>
          <p:nvPr/>
        </p:nvSpPr>
        <p:spPr>
          <a:xfrm>
            <a:off x="868680" y="2029968"/>
            <a:ext cx="2194560" cy="548640"/>
          </a:xfrm>
          <a:prstGeom prst="rect">
            <a:avLst/>
          </a:prstGeom>
          <a:noFill/>
          <a:ln/>
        </p:spPr>
        <p:txBody>
          <a:bodyPr wrap="square" lIns="0" tIns="0" rIns="0" bIns="0" rtlCol="0" anchor="ctr"/>
          <a:lstStyle/>
          <a:p>
            <a:pPr marL="0" indent="0">
              <a:buNone/>
            </a:pPr>
            <a:r>
              <a:rPr lang="en-US" sz="1100" b="1" dirty="0">
                <a:solidFill>
                  <a:srgbClr val="22D3EE"/>
                </a:solidFill>
                <a:latin typeface="Segoe UI" pitchFamily="34" charset="0"/>
                <a:ea typeface="Segoe UI" pitchFamily="34" charset="-122"/>
                <a:cs typeface="Segoe UI" pitchFamily="34" charset="-120"/>
              </a:rPr>
              <a:t>2  OUTPUT FORMATTING</a:t>
            </a:r>
            <a:endParaRPr lang="en-US" sz="1100" dirty="0"/>
          </a:p>
        </p:txBody>
      </p:sp>
      <p:sp>
        <p:nvSpPr>
          <p:cNvPr id="11" name="Text 9"/>
          <p:cNvSpPr/>
          <p:nvPr/>
        </p:nvSpPr>
        <p:spPr>
          <a:xfrm>
            <a:off x="3108960" y="2029968"/>
            <a:ext cx="5212080" cy="548640"/>
          </a:xfrm>
          <a:prstGeom prst="rect">
            <a:avLst/>
          </a:prstGeom>
          <a:noFill/>
          <a:ln/>
        </p:spPr>
        <p:txBody>
          <a:bodyPr wrap="square" lIns="0" tIns="0" rIns="0" bIns="0" rtlCol="0" anchor="ctr"/>
          <a:lstStyle/>
          <a:p>
            <a:pPr marL="0" indent="0">
              <a:buNone/>
            </a:pPr>
            <a:r>
              <a:rPr lang="en-US" sz="1200" i="1" dirty="0">
                <a:solidFill>
                  <a:srgbClr val="FFFFFF"/>
                </a:solidFill>
                <a:latin typeface="Segoe UI" pitchFamily="34" charset="0"/>
                <a:ea typeface="Segoe UI" pitchFamily="34" charset="-122"/>
                <a:cs typeface="Segoe UI" pitchFamily="34" charset="-120"/>
              </a:rPr>
              <a:t>Present the results as a table with owners, actions, due dates, and status.</a:t>
            </a:r>
            <a:endParaRPr lang="en-US" sz="1200" dirty="0"/>
          </a:p>
        </p:txBody>
      </p:sp>
      <p:sp>
        <p:nvSpPr>
          <p:cNvPr id="12" name="Technique row">
            <a:extLst>
              <a:ext uri="{C183D7F6-B498-43B3-948B-1728B52AA6E4}">
                <adec:decorative xmlns:adec="http://schemas.microsoft.com/office/drawing/2017/decorative" val="1"/>
              </a:ext>
            </a:extLst>
          </p:cNvPr>
          <p:cNvSpPr/>
          <p:nvPr/>
        </p:nvSpPr>
        <p:spPr>
          <a:xfrm>
            <a:off x="640080" y="2688336"/>
            <a:ext cx="7863840" cy="548640"/>
          </a:xfrm>
          <a:prstGeom prst="rect">
            <a:avLst/>
          </a:prstGeom>
          <a:solidFill>
            <a:srgbClr val="173458"/>
          </a:solidFill>
          <a:ln/>
        </p:spPr>
        <p:txBody>
          <a:bodyPr/>
          <a:lstStyle/>
          <a:p>
            <a:endParaRPr lang="en-US"/>
          </a:p>
        </p:txBody>
      </p:sp>
      <p:sp>
        <p:nvSpPr>
          <p:cNvPr id="13" name="Row accent">
            <a:extLst>
              <a:ext uri="{C183D7F6-B498-43B3-948B-1728B52AA6E4}">
                <adec:decorative xmlns:adec="http://schemas.microsoft.com/office/drawing/2017/decorative" val="1"/>
              </a:ext>
            </a:extLst>
          </p:cNvPr>
          <p:cNvSpPr/>
          <p:nvPr/>
        </p:nvSpPr>
        <p:spPr>
          <a:xfrm>
            <a:off x="640080" y="2688336"/>
            <a:ext cx="54864" cy="548640"/>
          </a:xfrm>
          <a:prstGeom prst="rect">
            <a:avLst/>
          </a:prstGeom>
          <a:solidFill>
            <a:srgbClr val="22D3EE"/>
          </a:solidFill>
          <a:ln/>
        </p:spPr>
        <p:txBody>
          <a:bodyPr/>
          <a:lstStyle/>
          <a:p>
            <a:endParaRPr lang="en-US"/>
          </a:p>
        </p:txBody>
      </p:sp>
      <p:sp>
        <p:nvSpPr>
          <p:cNvPr id="14" name="Text 12"/>
          <p:cNvSpPr/>
          <p:nvPr/>
        </p:nvSpPr>
        <p:spPr>
          <a:xfrm>
            <a:off x="868680" y="2688336"/>
            <a:ext cx="2194560" cy="548640"/>
          </a:xfrm>
          <a:prstGeom prst="rect">
            <a:avLst/>
          </a:prstGeom>
          <a:noFill/>
          <a:ln/>
        </p:spPr>
        <p:txBody>
          <a:bodyPr wrap="square" lIns="0" tIns="0" rIns="0" bIns="0" rtlCol="0" anchor="ctr"/>
          <a:lstStyle/>
          <a:p>
            <a:pPr marL="0" indent="0">
              <a:buNone/>
            </a:pPr>
            <a:r>
              <a:rPr lang="en-US" sz="1100" b="1" dirty="0">
                <a:solidFill>
                  <a:srgbClr val="22D3EE"/>
                </a:solidFill>
                <a:latin typeface="Segoe UI" pitchFamily="34" charset="0"/>
                <a:ea typeface="Segoe UI" pitchFamily="34" charset="-122"/>
                <a:cs typeface="Segoe UI" pitchFamily="34" charset="-120"/>
              </a:rPr>
              <a:t>3  TONE MANAGEMENT</a:t>
            </a:r>
            <a:endParaRPr lang="en-US" sz="1100" dirty="0"/>
          </a:p>
        </p:txBody>
      </p:sp>
      <p:sp>
        <p:nvSpPr>
          <p:cNvPr id="15" name="Text 13"/>
          <p:cNvSpPr/>
          <p:nvPr/>
        </p:nvSpPr>
        <p:spPr>
          <a:xfrm>
            <a:off x="3108960" y="2688336"/>
            <a:ext cx="5212080" cy="548640"/>
          </a:xfrm>
          <a:prstGeom prst="rect">
            <a:avLst/>
          </a:prstGeom>
          <a:noFill/>
          <a:ln/>
        </p:spPr>
        <p:txBody>
          <a:bodyPr wrap="square" lIns="0" tIns="0" rIns="0" bIns="0" rtlCol="0" anchor="ctr"/>
          <a:lstStyle/>
          <a:p>
            <a:pPr marL="0" indent="0">
              <a:buNone/>
            </a:pPr>
            <a:r>
              <a:rPr lang="en-US" sz="1200" i="1" dirty="0">
                <a:solidFill>
                  <a:srgbClr val="FFFFFF"/>
                </a:solidFill>
                <a:latin typeface="Segoe UI" pitchFamily="34" charset="0"/>
                <a:ea typeface="Segoe UI" pitchFamily="34" charset="-122"/>
                <a:cs typeface="Segoe UI" pitchFamily="34" charset="-120"/>
              </a:rPr>
              <a:t>Rewrite this email to be concise, professional, and action-oriented.</a:t>
            </a:r>
            <a:endParaRPr lang="en-US" sz="1200" dirty="0"/>
          </a:p>
        </p:txBody>
      </p:sp>
      <p:sp>
        <p:nvSpPr>
          <p:cNvPr id="16" name="Technique row">
            <a:extLst>
              <a:ext uri="{C183D7F6-B498-43B3-948B-1728B52AA6E4}">
                <adec:decorative xmlns:adec="http://schemas.microsoft.com/office/drawing/2017/decorative" val="1"/>
              </a:ext>
            </a:extLst>
          </p:cNvPr>
          <p:cNvSpPr/>
          <p:nvPr/>
        </p:nvSpPr>
        <p:spPr>
          <a:xfrm>
            <a:off x="640080" y="3346704"/>
            <a:ext cx="7863840" cy="548640"/>
          </a:xfrm>
          <a:prstGeom prst="rect">
            <a:avLst/>
          </a:prstGeom>
          <a:solidFill>
            <a:srgbClr val="173458"/>
          </a:solidFill>
          <a:ln/>
        </p:spPr>
        <p:txBody>
          <a:bodyPr/>
          <a:lstStyle/>
          <a:p>
            <a:endParaRPr lang="en-US"/>
          </a:p>
        </p:txBody>
      </p:sp>
      <p:sp>
        <p:nvSpPr>
          <p:cNvPr id="17" name="Row accent">
            <a:extLst>
              <a:ext uri="{C183D7F6-B498-43B3-948B-1728B52AA6E4}">
                <adec:decorative xmlns:adec="http://schemas.microsoft.com/office/drawing/2017/decorative" val="1"/>
              </a:ext>
            </a:extLst>
          </p:cNvPr>
          <p:cNvSpPr/>
          <p:nvPr/>
        </p:nvSpPr>
        <p:spPr>
          <a:xfrm>
            <a:off x="640080" y="3346704"/>
            <a:ext cx="54864" cy="548640"/>
          </a:xfrm>
          <a:prstGeom prst="rect">
            <a:avLst/>
          </a:prstGeom>
          <a:solidFill>
            <a:srgbClr val="22D3EE"/>
          </a:solidFill>
          <a:ln/>
        </p:spPr>
        <p:txBody>
          <a:bodyPr/>
          <a:lstStyle/>
          <a:p>
            <a:endParaRPr lang="en-US"/>
          </a:p>
        </p:txBody>
      </p:sp>
      <p:sp>
        <p:nvSpPr>
          <p:cNvPr id="18" name="Text 16"/>
          <p:cNvSpPr/>
          <p:nvPr/>
        </p:nvSpPr>
        <p:spPr>
          <a:xfrm>
            <a:off x="868680" y="3346704"/>
            <a:ext cx="2194560" cy="548640"/>
          </a:xfrm>
          <a:prstGeom prst="rect">
            <a:avLst/>
          </a:prstGeom>
          <a:noFill/>
          <a:ln/>
        </p:spPr>
        <p:txBody>
          <a:bodyPr wrap="square" lIns="0" tIns="0" rIns="0" bIns="0" rtlCol="0" anchor="ctr"/>
          <a:lstStyle/>
          <a:p>
            <a:pPr marL="0" indent="0">
              <a:buNone/>
            </a:pPr>
            <a:r>
              <a:rPr lang="en-US" sz="1100" b="1" dirty="0">
                <a:solidFill>
                  <a:srgbClr val="22D3EE"/>
                </a:solidFill>
                <a:latin typeface="Segoe UI" pitchFamily="34" charset="0"/>
                <a:ea typeface="Segoe UI" pitchFamily="34" charset="-122"/>
                <a:cs typeface="Segoe UI" pitchFamily="34" charset="-120"/>
              </a:rPr>
              <a:t>4  RISK IDENTIFICATION</a:t>
            </a:r>
            <a:endParaRPr lang="en-US" sz="1100" dirty="0"/>
          </a:p>
        </p:txBody>
      </p:sp>
      <p:sp>
        <p:nvSpPr>
          <p:cNvPr id="19" name="Text 17"/>
          <p:cNvSpPr/>
          <p:nvPr/>
        </p:nvSpPr>
        <p:spPr>
          <a:xfrm>
            <a:off x="3108960" y="3346704"/>
            <a:ext cx="5212080" cy="548640"/>
          </a:xfrm>
          <a:prstGeom prst="rect">
            <a:avLst/>
          </a:prstGeom>
          <a:noFill/>
          <a:ln/>
        </p:spPr>
        <p:txBody>
          <a:bodyPr wrap="square" lIns="0" tIns="0" rIns="0" bIns="0" rtlCol="0" anchor="ctr"/>
          <a:lstStyle/>
          <a:p>
            <a:pPr marL="0" indent="0">
              <a:buNone/>
            </a:pPr>
            <a:r>
              <a:rPr lang="en-US" sz="1200" i="1" dirty="0">
                <a:solidFill>
                  <a:srgbClr val="FFFFFF"/>
                </a:solidFill>
                <a:latin typeface="Segoe UI" pitchFamily="34" charset="0"/>
                <a:ea typeface="Segoe UI" pitchFamily="34" charset="-122"/>
                <a:cs typeface="Segoe UI" pitchFamily="34" charset="-120"/>
              </a:rPr>
              <a:t>Identify potential project risks mentioned or implied within this conversation.</a:t>
            </a:r>
            <a:endParaRPr lang="en-US" sz="1200" dirty="0"/>
          </a:p>
        </p:txBody>
      </p:sp>
      <p:sp>
        <p:nvSpPr>
          <p:cNvPr id="20" name="Technique row">
            <a:extLst>
              <a:ext uri="{C183D7F6-B498-43B3-948B-1728B52AA6E4}">
                <adec:decorative xmlns:adec="http://schemas.microsoft.com/office/drawing/2017/decorative" val="1"/>
              </a:ext>
            </a:extLst>
          </p:cNvPr>
          <p:cNvSpPr/>
          <p:nvPr/>
        </p:nvSpPr>
        <p:spPr>
          <a:xfrm>
            <a:off x="640080" y="4005072"/>
            <a:ext cx="7863840" cy="548640"/>
          </a:xfrm>
          <a:prstGeom prst="rect">
            <a:avLst/>
          </a:prstGeom>
          <a:solidFill>
            <a:srgbClr val="173458"/>
          </a:solidFill>
          <a:ln/>
        </p:spPr>
        <p:txBody>
          <a:bodyPr/>
          <a:lstStyle/>
          <a:p>
            <a:endParaRPr lang="en-US"/>
          </a:p>
        </p:txBody>
      </p:sp>
      <p:sp>
        <p:nvSpPr>
          <p:cNvPr id="21" name="Row accent">
            <a:extLst>
              <a:ext uri="{C183D7F6-B498-43B3-948B-1728B52AA6E4}">
                <adec:decorative xmlns:adec="http://schemas.microsoft.com/office/drawing/2017/decorative" val="1"/>
              </a:ext>
            </a:extLst>
          </p:cNvPr>
          <p:cNvSpPr/>
          <p:nvPr/>
        </p:nvSpPr>
        <p:spPr>
          <a:xfrm>
            <a:off x="640080" y="4005072"/>
            <a:ext cx="54864" cy="548640"/>
          </a:xfrm>
          <a:prstGeom prst="rect">
            <a:avLst/>
          </a:prstGeom>
          <a:solidFill>
            <a:srgbClr val="22D3EE"/>
          </a:solidFill>
          <a:ln/>
        </p:spPr>
        <p:txBody>
          <a:bodyPr/>
          <a:lstStyle/>
          <a:p>
            <a:endParaRPr lang="en-US"/>
          </a:p>
        </p:txBody>
      </p:sp>
      <p:sp>
        <p:nvSpPr>
          <p:cNvPr id="22" name="Text 20"/>
          <p:cNvSpPr/>
          <p:nvPr/>
        </p:nvSpPr>
        <p:spPr>
          <a:xfrm>
            <a:off x="868680" y="4005072"/>
            <a:ext cx="2194560" cy="548640"/>
          </a:xfrm>
          <a:prstGeom prst="rect">
            <a:avLst/>
          </a:prstGeom>
          <a:noFill/>
          <a:ln/>
        </p:spPr>
        <p:txBody>
          <a:bodyPr wrap="square" lIns="0" tIns="0" rIns="0" bIns="0" rtlCol="0" anchor="ctr"/>
          <a:lstStyle/>
          <a:p>
            <a:pPr marL="0" indent="0">
              <a:buNone/>
            </a:pPr>
            <a:r>
              <a:rPr lang="en-US" sz="1100" b="1" dirty="0">
                <a:solidFill>
                  <a:srgbClr val="22D3EE"/>
                </a:solidFill>
                <a:latin typeface="Segoe UI" pitchFamily="34" charset="0"/>
                <a:ea typeface="Segoe UI" pitchFamily="34" charset="-122"/>
                <a:cs typeface="Segoe UI" pitchFamily="34" charset="-120"/>
              </a:rPr>
              <a:t>5  DECISION SUPPORT</a:t>
            </a:r>
            <a:endParaRPr lang="en-US" sz="1100" dirty="0"/>
          </a:p>
        </p:txBody>
      </p:sp>
      <p:sp>
        <p:nvSpPr>
          <p:cNvPr id="23" name="Text 21"/>
          <p:cNvSpPr/>
          <p:nvPr/>
        </p:nvSpPr>
        <p:spPr>
          <a:xfrm>
            <a:off x="3108960" y="4005072"/>
            <a:ext cx="5212080" cy="548640"/>
          </a:xfrm>
          <a:prstGeom prst="rect">
            <a:avLst/>
          </a:prstGeom>
          <a:noFill/>
          <a:ln/>
        </p:spPr>
        <p:txBody>
          <a:bodyPr wrap="square" lIns="0" tIns="0" rIns="0" bIns="0" rtlCol="0" anchor="ctr"/>
          <a:lstStyle/>
          <a:p>
            <a:pPr marL="0" indent="0">
              <a:buNone/>
            </a:pPr>
            <a:r>
              <a:rPr lang="en-US" sz="1200" i="1" dirty="0">
                <a:solidFill>
                  <a:srgbClr val="FFFFFF"/>
                </a:solidFill>
                <a:latin typeface="Segoe UI" pitchFamily="34" charset="0"/>
                <a:ea typeface="Segoe UI" pitchFamily="34" charset="-122"/>
                <a:cs typeface="Segoe UI" pitchFamily="34" charset="-120"/>
              </a:rPr>
              <a:t>Based on this thread, outline available options, advantages, disadvantages, and recommendations.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320040"/>
            <a:ext cx="786384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Live Exercise &amp; Debrief</a:t>
            </a:r>
            <a:endParaRPr lang="en-US" sz="2600" dirty="0"/>
          </a:p>
        </p:txBody>
      </p:sp>
      <p:sp>
        <p:nvSpPr>
          <p:cNvPr id="3" name="Text 1"/>
          <p:cNvSpPr/>
          <p:nvPr/>
        </p:nvSpPr>
        <p:spPr>
          <a:xfrm>
            <a:off x="640080" y="1078992"/>
            <a:ext cx="786384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Segoe UI" pitchFamily="34" charset="0"/>
                <a:ea typeface="Segoe UI" pitchFamily="34" charset="-122"/>
                <a:cs typeface="Segoe UI" pitchFamily="34" charset="-120"/>
              </a:rPr>
              <a:t>PROMPTING WORKSHOP</a:t>
            </a:r>
            <a:endParaRPr lang="en-US" sz="1100" dirty="0"/>
          </a:p>
        </p:txBody>
      </p:sp>
      <p:sp>
        <p:nvSpPr>
          <p:cNvPr id="4" name="Exercise panel">
            <a:extLst>
              <a:ext uri="{C183D7F6-B498-43B3-948B-1728B52AA6E4}">
                <adec:decorative xmlns:adec="http://schemas.microsoft.com/office/drawing/2017/decorative" val="1"/>
              </a:ext>
            </a:extLst>
          </p:cNvPr>
          <p:cNvSpPr/>
          <p:nvPr/>
        </p:nvSpPr>
        <p:spPr>
          <a:xfrm>
            <a:off x="640080" y="1417320"/>
            <a:ext cx="3931920" cy="2651760"/>
          </a:xfrm>
          <a:prstGeom prst="rect">
            <a:avLst/>
          </a:prstGeom>
          <a:solidFill>
            <a:srgbClr val="173458"/>
          </a:solidFill>
          <a:ln/>
        </p:spPr>
        <p:txBody>
          <a:bodyPr/>
          <a:lstStyle/>
          <a:p>
            <a:endParaRPr lang="en-US"/>
          </a:p>
        </p:txBody>
      </p:sp>
      <p:sp>
        <p:nvSpPr>
          <p:cNvPr id="5" name="Text 3"/>
          <p:cNvSpPr/>
          <p:nvPr/>
        </p:nvSpPr>
        <p:spPr>
          <a:xfrm>
            <a:off x="868680" y="1572768"/>
            <a:ext cx="3474720" cy="228600"/>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PICK ONE OF YOUR OWN THREADS</a:t>
            </a:r>
            <a:endParaRPr lang="en-US" sz="1000" dirty="0"/>
          </a:p>
        </p:txBody>
      </p:sp>
      <p:sp>
        <p:nvSpPr>
          <p:cNvPr id="6" name="Text 4"/>
          <p:cNvSpPr/>
          <p:nvPr/>
        </p:nvSpPr>
        <p:spPr>
          <a:xfrm>
            <a:off x="868680" y="1920240"/>
            <a:ext cx="347472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A8C0D8"/>
                </a:solidFill>
                <a:latin typeface="Segoe UI" pitchFamily="34" charset="0"/>
                <a:ea typeface="Segoe UI" pitchFamily="34" charset="-122"/>
                <a:cs typeface="Segoe UI" pitchFamily="34" charset="-120"/>
              </a:rPr>
              <a:t>Generate a summary</a:t>
            </a:r>
            <a:endParaRPr lang="en-US" sz="1400" dirty="0"/>
          </a:p>
          <a:p>
            <a:pPr marL="342900" indent="-342900">
              <a:spcAft>
                <a:spcPts val="600"/>
              </a:spcAft>
              <a:buSzPct val="100000"/>
              <a:buChar char="•"/>
            </a:pPr>
            <a:r>
              <a:rPr lang="en-US" sz="1400" dirty="0">
                <a:solidFill>
                  <a:srgbClr val="A8C0D8"/>
                </a:solidFill>
                <a:latin typeface="Segoe UI" pitchFamily="34" charset="0"/>
                <a:ea typeface="Segoe UI" pitchFamily="34" charset="-122"/>
                <a:cs typeface="Segoe UI" pitchFamily="34" charset="-120"/>
              </a:rPr>
              <a:t>Extract action items</a:t>
            </a:r>
            <a:endParaRPr lang="en-US" sz="1400" dirty="0"/>
          </a:p>
          <a:p>
            <a:pPr marL="342900" indent="-342900">
              <a:spcAft>
                <a:spcPts val="600"/>
              </a:spcAft>
              <a:buSzPct val="100000"/>
              <a:buChar char="•"/>
            </a:pPr>
            <a:r>
              <a:rPr lang="en-US" sz="1400" dirty="0">
                <a:solidFill>
                  <a:srgbClr val="A8C0D8"/>
                </a:solidFill>
                <a:latin typeface="Segoe UI" pitchFamily="34" charset="0"/>
                <a:ea typeface="Segoe UI" pitchFamily="34" charset="-122"/>
                <a:cs typeface="Segoe UI" pitchFamily="34" charset="-120"/>
              </a:rPr>
              <a:t>Create a meeting briefing</a:t>
            </a:r>
            <a:endParaRPr lang="en-US" sz="1400" dirty="0"/>
          </a:p>
          <a:p>
            <a:pPr marL="342900" indent="-342900">
              <a:spcAft>
                <a:spcPts val="600"/>
              </a:spcAft>
              <a:buSzPct val="100000"/>
              <a:buChar char="•"/>
            </a:pPr>
            <a:r>
              <a:rPr lang="en-US" sz="1400" dirty="0">
                <a:solidFill>
                  <a:srgbClr val="A8C0D8"/>
                </a:solidFill>
                <a:latin typeface="Segoe UI" pitchFamily="34" charset="0"/>
                <a:ea typeface="Segoe UI" pitchFamily="34" charset="-122"/>
                <a:cs typeface="Segoe UI" pitchFamily="34" charset="-120"/>
              </a:rPr>
              <a:t>Draft a follow-up communication</a:t>
            </a:r>
            <a:endParaRPr lang="en-US" sz="1400" dirty="0"/>
          </a:p>
        </p:txBody>
      </p:sp>
      <p:sp>
        <p:nvSpPr>
          <p:cNvPr id="7" name="Debrief panel">
            <a:extLst>
              <a:ext uri="{C183D7F6-B498-43B3-948B-1728B52AA6E4}">
                <adec:decorative xmlns:adec="http://schemas.microsoft.com/office/drawing/2017/decorative" val="1"/>
              </a:ext>
            </a:extLst>
          </p:cNvPr>
          <p:cNvSpPr/>
          <p:nvPr/>
        </p:nvSpPr>
        <p:spPr>
          <a:xfrm>
            <a:off x="4846320" y="1417320"/>
            <a:ext cx="3657600" cy="2651760"/>
          </a:xfrm>
          <a:prstGeom prst="rect">
            <a:avLst/>
          </a:prstGeom>
          <a:solidFill>
            <a:srgbClr val="12294B"/>
          </a:solidFill>
          <a:ln w="12700">
            <a:solidFill>
              <a:srgbClr val="0891B2"/>
            </a:solidFill>
            <a:prstDash val="solid"/>
          </a:ln>
        </p:spPr>
        <p:txBody>
          <a:bodyPr/>
          <a:lstStyle/>
          <a:p>
            <a:endParaRPr lang="en-US"/>
          </a:p>
        </p:txBody>
      </p:sp>
      <p:sp>
        <p:nvSpPr>
          <p:cNvPr id="8" name="Text 6"/>
          <p:cNvSpPr/>
          <p:nvPr/>
        </p:nvSpPr>
        <p:spPr>
          <a:xfrm>
            <a:off x="5074920" y="1572768"/>
            <a:ext cx="3200400" cy="228600"/>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DEBRIEF QUESTIONS</a:t>
            </a:r>
            <a:endParaRPr lang="en-US" sz="1000" dirty="0"/>
          </a:p>
        </p:txBody>
      </p:sp>
      <p:sp>
        <p:nvSpPr>
          <p:cNvPr id="9" name="Text 7"/>
          <p:cNvSpPr/>
          <p:nvPr/>
        </p:nvSpPr>
        <p:spPr>
          <a:xfrm>
            <a:off x="5074920" y="1920240"/>
            <a:ext cx="320040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A8C0D8"/>
                </a:solidFill>
                <a:latin typeface="Segoe UI" pitchFamily="34" charset="0"/>
                <a:ea typeface="Segoe UI" pitchFamily="34" charset="-122"/>
                <a:cs typeface="Segoe UI" pitchFamily="34" charset="-120"/>
              </a:rPr>
              <a:t>Which task saved the most time?</a:t>
            </a:r>
            <a:endParaRPr lang="en-US" sz="1400" dirty="0"/>
          </a:p>
          <a:p>
            <a:pPr marL="342900" indent="-342900">
              <a:spcAft>
                <a:spcPts val="600"/>
              </a:spcAft>
              <a:buSzPct val="100000"/>
              <a:buChar char="•"/>
            </a:pPr>
            <a:r>
              <a:rPr lang="en-US" sz="1400" dirty="0">
                <a:solidFill>
                  <a:srgbClr val="A8C0D8"/>
                </a:solidFill>
                <a:latin typeface="Segoe UI" pitchFamily="34" charset="0"/>
                <a:ea typeface="Segoe UI" pitchFamily="34" charset="-122"/>
                <a:cs typeface="Segoe UI" pitchFamily="34" charset="-120"/>
              </a:rPr>
              <a:t>What prompting techniques improved results?</a:t>
            </a:r>
            <a:endParaRPr lang="en-US" sz="1400" dirty="0"/>
          </a:p>
          <a:p>
            <a:pPr marL="342900" indent="-342900">
              <a:spcAft>
                <a:spcPts val="600"/>
              </a:spcAft>
              <a:buSzPct val="100000"/>
              <a:buChar char="•"/>
            </a:pPr>
            <a:r>
              <a:rPr lang="en-US" sz="1400" dirty="0">
                <a:solidFill>
                  <a:srgbClr val="A8C0D8"/>
                </a:solidFill>
                <a:latin typeface="Segoe UI" pitchFamily="34" charset="0"/>
                <a:ea typeface="Segoe UI" pitchFamily="34" charset="-122"/>
                <a:cs typeface="Segoe UI" pitchFamily="34" charset="-120"/>
              </a:rPr>
              <a:t>How can these workflows fit into daily operations?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320040"/>
            <a:ext cx="786384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Key Takeaways</a:t>
            </a:r>
            <a:endParaRPr lang="en-US" sz="2600" dirty="0"/>
          </a:p>
        </p:txBody>
      </p:sp>
      <p:sp>
        <p:nvSpPr>
          <p:cNvPr id="3" name="Text 1"/>
          <p:cNvSpPr/>
          <p:nvPr/>
        </p:nvSpPr>
        <p:spPr>
          <a:xfrm>
            <a:off x="640080" y="1078992"/>
            <a:ext cx="786384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Segoe UI" pitchFamily="34" charset="0"/>
                <a:ea typeface="Segoe UI" pitchFamily="34" charset="-122"/>
                <a:cs typeface="Segoe UI" pitchFamily="34" charset="-120"/>
              </a:rPr>
              <a:t>WHAT YOU LEAVE WITH</a:t>
            </a:r>
            <a:endParaRPr lang="en-US" sz="1100" dirty="0"/>
          </a:p>
        </p:txBody>
      </p:sp>
      <p:sp>
        <p:nvSpPr>
          <p:cNvPr id="4" name="Takeaway card">
            <a:extLst>
              <a:ext uri="{C183D7F6-B498-43B3-948B-1728B52AA6E4}">
                <adec:decorative xmlns:adec="http://schemas.microsoft.com/office/drawing/2017/decorative" val="1"/>
              </a:ext>
            </a:extLst>
          </p:cNvPr>
          <p:cNvSpPr/>
          <p:nvPr/>
        </p:nvSpPr>
        <p:spPr>
          <a:xfrm>
            <a:off x="640080" y="1417320"/>
            <a:ext cx="3840480" cy="658368"/>
          </a:xfrm>
          <a:prstGeom prst="rect">
            <a:avLst/>
          </a:prstGeom>
          <a:solidFill>
            <a:srgbClr val="173458"/>
          </a:solidFill>
          <a:ln/>
        </p:spPr>
        <p:txBody>
          <a:bodyPr/>
          <a:lstStyle/>
          <a:p>
            <a:endParaRPr lang="en-US"/>
          </a:p>
        </p:txBody>
      </p:sp>
      <p:sp>
        <p:nvSpPr>
          <p:cNvPr id="5" name="Card accent">
            <a:extLst>
              <a:ext uri="{C183D7F6-B498-43B3-948B-1728B52AA6E4}">
                <adec:decorative xmlns:adec="http://schemas.microsoft.com/office/drawing/2017/decorative" val="1"/>
              </a:ext>
            </a:extLst>
          </p:cNvPr>
          <p:cNvSpPr/>
          <p:nvPr/>
        </p:nvSpPr>
        <p:spPr>
          <a:xfrm>
            <a:off x="640080" y="1417320"/>
            <a:ext cx="54864" cy="658368"/>
          </a:xfrm>
          <a:prstGeom prst="rect">
            <a:avLst/>
          </a:prstGeom>
          <a:solidFill>
            <a:srgbClr val="22D3EE"/>
          </a:solidFill>
          <a:ln/>
        </p:spPr>
        <p:txBody>
          <a:bodyPr/>
          <a:lstStyle/>
          <a:p>
            <a:endParaRPr lang="en-US"/>
          </a:p>
        </p:txBody>
      </p:sp>
      <p:sp>
        <p:nvSpPr>
          <p:cNvPr id="6" name="Text 4"/>
          <p:cNvSpPr/>
          <p:nvPr/>
        </p:nvSpPr>
        <p:spPr>
          <a:xfrm>
            <a:off x="868680" y="1417320"/>
            <a:ext cx="3474720" cy="658368"/>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Analyze complex email threads in seconds</a:t>
            </a:r>
            <a:endParaRPr lang="en-US" sz="1250" dirty="0"/>
          </a:p>
        </p:txBody>
      </p:sp>
      <p:sp>
        <p:nvSpPr>
          <p:cNvPr id="7" name="Takeaway card">
            <a:extLst>
              <a:ext uri="{C183D7F6-B498-43B3-948B-1728B52AA6E4}">
                <adec:decorative xmlns:adec="http://schemas.microsoft.com/office/drawing/2017/decorative" val="1"/>
              </a:ext>
            </a:extLst>
          </p:cNvPr>
          <p:cNvSpPr/>
          <p:nvPr/>
        </p:nvSpPr>
        <p:spPr>
          <a:xfrm>
            <a:off x="4663440" y="1417320"/>
            <a:ext cx="3840480" cy="658368"/>
          </a:xfrm>
          <a:prstGeom prst="rect">
            <a:avLst/>
          </a:prstGeom>
          <a:solidFill>
            <a:srgbClr val="173458"/>
          </a:solidFill>
          <a:ln/>
        </p:spPr>
        <p:txBody>
          <a:bodyPr/>
          <a:lstStyle/>
          <a:p>
            <a:endParaRPr lang="en-US"/>
          </a:p>
        </p:txBody>
      </p:sp>
      <p:sp>
        <p:nvSpPr>
          <p:cNvPr id="8" name="Card accent">
            <a:extLst>
              <a:ext uri="{C183D7F6-B498-43B3-948B-1728B52AA6E4}">
                <adec:decorative xmlns:adec="http://schemas.microsoft.com/office/drawing/2017/decorative" val="1"/>
              </a:ext>
            </a:extLst>
          </p:cNvPr>
          <p:cNvSpPr/>
          <p:nvPr/>
        </p:nvSpPr>
        <p:spPr>
          <a:xfrm>
            <a:off x="4663440" y="1417320"/>
            <a:ext cx="54864" cy="658368"/>
          </a:xfrm>
          <a:prstGeom prst="rect">
            <a:avLst/>
          </a:prstGeom>
          <a:solidFill>
            <a:srgbClr val="22D3EE"/>
          </a:solidFill>
          <a:ln/>
        </p:spPr>
        <p:txBody>
          <a:bodyPr/>
          <a:lstStyle/>
          <a:p>
            <a:endParaRPr lang="en-US"/>
          </a:p>
        </p:txBody>
      </p:sp>
      <p:sp>
        <p:nvSpPr>
          <p:cNvPr id="9" name="Text 7"/>
          <p:cNvSpPr/>
          <p:nvPr/>
        </p:nvSpPr>
        <p:spPr>
          <a:xfrm>
            <a:off x="4892040" y="1417320"/>
            <a:ext cx="3474720" cy="658368"/>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Generate executive-ready summaries</a:t>
            </a:r>
            <a:endParaRPr lang="en-US" sz="1250" dirty="0"/>
          </a:p>
        </p:txBody>
      </p:sp>
      <p:sp>
        <p:nvSpPr>
          <p:cNvPr id="10" name="Takeaway card">
            <a:extLst>
              <a:ext uri="{C183D7F6-B498-43B3-948B-1728B52AA6E4}">
                <adec:decorative xmlns:adec="http://schemas.microsoft.com/office/drawing/2017/decorative" val="1"/>
              </a:ext>
            </a:extLst>
          </p:cNvPr>
          <p:cNvSpPr/>
          <p:nvPr/>
        </p:nvSpPr>
        <p:spPr>
          <a:xfrm>
            <a:off x="640080" y="2203704"/>
            <a:ext cx="3840480" cy="658368"/>
          </a:xfrm>
          <a:prstGeom prst="rect">
            <a:avLst/>
          </a:prstGeom>
          <a:solidFill>
            <a:srgbClr val="173458"/>
          </a:solidFill>
          <a:ln/>
        </p:spPr>
        <p:txBody>
          <a:bodyPr/>
          <a:lstStyle/>
          <a:p>
            <a:endParaRPr lang="en-US"/>
          </a:p>
        </p:txBody>
      </p:sp>
      <p:sp>
        <p:nvSpPr>
          <p:cNvPr id="11" name="Card accent">
            <a:extLst>
              <a:ext uri="{C183D7F6-B498-43B3-948B-1728B52AA6E4}">
                <adec:decorative xmlns:adec="http://schemas.microsoft.com/office/drawing/2017/decorative" val="1"/>
              </a:ext>
            </a:extLst>
          </p:cNvPr>
          <p:cNvSpPr/>
          <p:nvPr/>
        </p:nvSpPr>
        <p:spPr>
          <a:xfrm>
            <a:off x="640080" y="2203704"/>
            <a:ext cx="54864" cy="658368"/>
          </a:xfrm>
          <a:prstGeom prst="rect">
            <a:avLst/>
          </a:prstGeom>
          <a:solidFill>
            <a:srgbClr val="22D3EE"/>
          </a:solidFill>
          <a:ln/>
        </p:spPr>
        <p:txBody>
          <a:bodyPr/>
          <a:lstStyle/>
          <a:p>
            <a:endParaRPr lang="en-US"/>
          </a:p>
        </p:txBody>
      </p:sp>
      <p:sp>
        <p:nvSpPr>
          <p:cNvPr id="12" name="Text 10"/>
          <p:cNvSpPr/>
          <p:nvPr/>
        </p:nvSpPr>
        <p:spPr>
          <a:xfrm>
            <a:off x="868680" y="2203704"/>
            <a:ext cx="3474720" cy="658368"/>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Track decisions and action items</a:t>
            </a:r>
            <a:endParaRPr lang="en-US" sz="1250" dirty="0"/>
          </a:p>
        </p:txBody>
      </p:sp>
      <p:sp>
        <p:nvSpPr>
          <p:cNvPr id="13" name="Takeaway card">
            <a:extLst>
              <a:ext uri="{C183D7F6-B498-43B3-948B-1728B52AA6E4}">
                <adec:decorative xmlns:adec="http://schemas.microsoft.com/office/drawing/2017/decorative" val="1"/>
              </a:ext>
            </a:extLst>
          </p:cNvPr>
          <p:cNvSpPr/>
          <p:nvPr/>
        </p:nvSpPr>
        <p:spPr>
          <a:xfrm>
            <a:off x="4663440" y="2203704"/>
            <a:ext cx="3840480" cy="658368"/>
          </a:xfrm>
          <a:prstGeom prst="rect">
            <a:avLst/>
          </a:prstGeom>
          <a:solidFill>
            <a:srgbClr val="173458"/>
          </a:solidFill>
          <a:ln/>
        </p:spPr>
        <p:txBody>
          <a:bodyPr/>
          <a:lstStyle/>
          <a:p>
            <a:endParaRPr lang="en-US"/>
          </a:p>
        </p:txBody>
      </p:sp>
      <p:sp>
        <p:nvSpPr>
          <p:cNvPr id="14" name="Card accent">
            <a:extLst>
              <a:ext uri="{C183D7F6-B498-43B3-948B-1728B52AA6E4}">
                <adec:decorative xmlns:adec="http://schemas.microsoft.com/office/drawing/2017/decorative" val="1"/>
              </a:ext>
            </a:extLst>
          </p:cNvPr>
          <p:cNvSpPr/>
          <p:nvPr/>
        </p:nvSpPr>
        <p:spPr>
          <a:xfrm>
            <a:off x="4663440" y="2203704"/>
            <a:ext cx="54864" cy="658368"/>
          </a:xfrm>
          <a:prstGeom prst="rect">
            <a:avLst/>
          </a:prstGeom>
          <a:solidFill>
            <a:srgbClr val="22D3EE"/>
          </a:solidFill>
          <a:ln/>
        </p:spPr>
        <p:txBody>
          <a:bodyPr/>
          <a:lstStyle/>
          <a:p>
            <a:endParaRPr lang="en-US"/>
          </a:p>
        </p:txBody>
      </p:sp>
      <p:sp>
        <p:nvSpPr>
          <p:cNvPr id="15" name="Text 13"/>
          <p:cNvSpPr/>
          <p:nvPr/>
        </p:nvSpPr>
        <p:spPr>
          <a:xfrm>
            <a:off x="4892040" y="2203704"/>
            <a:ext cx="3474720" cy="658368"/>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Prepare for meetings directly from Outlook</a:t>
            </a:r>
            <a:endParaRPr lang="en-US" sz="1250" dirty="0"/>
          </a:p>
        </p:txBody>
      </p:sp>
      <p:sp>
        <p:nvSpPr>
          <p:cNvPr id="16" name="Takeaway card">
            <a:extLst>
              <a:ext uri="{C183D7F6-B498-43B3-948B-1728B52AA6E4}">
                <adec:decorative xmlns:adec="http://schemas.microsoft.com/office/drawing/2017/decorative" val="1"/>
              </a:ext>
            </a:extLst>
          </p:cNvPr>
          <p:cNvSpPr/>
          <p:nvPr/>
        </p:nvSpPr>
        <p:spPr>
          <a:xfrm>
            <a:off x="640080" y="2990088"/>
            <a:ext cx="3840480" cy="658368"/>
          </a:xfrm>
          <a:prstGeom prst="rect">
            <a:avLst/>
          </a:prstGeom>
          <a:solidFill>
            <a:srgbClr val="173458"/>
          </a:solidFill>
          <a:ln/>
        </p:spPr>
        <p:txBody>
          <a:bodyPr/>
          <a:lstStyle/>
          <a:p>
            <a:endParaRPr lang="en-US"/>
          </a:p>
        </p:txBody>
      </p:sp>
      <p:sp>
        <p:nvSpPr>
          <p:cNvPr id="17" name="Card accent">
            <a:extLst>
              <a:ext uri="{C183D7F6-B498-43B3-948B-1728B52AA6E4}">
                <adec:decorative xmlns:adec="http://schemas.microsoft.com/office/drawing/2017/decorative" val="1"/>
              </a:ext>
            </a:extLst>
          </p:cNvPr>
          <p:cNvSpPr/>
          <p:nvPr/>
        </p:nvSpPr>
        <p:spPr>
          <a:xfrm>
            <a:off x="640080" y="2990088"/>
            <a:ext cx="54864" cy="658368"/>
          </a:xfrm>
          <a:prstGeom prst="rect">
            <a:avLst/>
          </a:prstGeom>
          <a:solidFill>
            <a:srgbClr val="22D3EE"/>
          </a:solidFill>
          <a:ln/>
        </p:spPr>
        <p:txBody>
          <a:bodyPr/>
          <a:lstStyle/>
          <a:p>
            <a:endParaRPr lang="en-US"/>
          </a:p>
        </p:txBody>
      </p:sp>
      <p:sp>
        <p:nvSpPr>
          <p:cNvPr id="18" name="Text 16"/>
          <p:cNvSpPr/>
          <p:nvPr/>
        </p:nvSpPr>
        <p:spPr>
          <a:xfrm>
            <a:off x="868680" y="2990088"/>
            <a:ext cx="3474720" cy="658368"/>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Tailor communications to different stakeholders</a:t>
            </a:r>
            <a:endParaRPr lang="en-US" sz="1250" dirty="0"/>
          </a:p>
        </p:txBody>
      </p:sp>
      <p:sp>
        <p:nvSpPr>
          <p:cNvPr id="19" name="Takeaway card">
            <a:extLst>
              <a:ext uri="{C183D7F6-B498-43B3-948B-1728B52AA6E4}">
                <adec:decorative xmlns:adec="http://schemas.microsoft.com/office/drawing/2017/decorative" val="1"/>
              </a:ext>
            </a:extLst>
          </p:cNvPr>
          <p:cNvSpPr/>
          <p:nvPr/>
        </p:nvSpPr>
        <p:spPr>
          <a:xfrm>
            <a:off x="4663440" y="2990088"/>
            <a:ext cx="3840480" cy="658368"/>
          </a:xfrm>
          <a:prstGeom prst="rect">
            <a:avLst/>
          </a:prstGeom>
          <a:solidFill>
            <a:srgbClr val="173458"/>
          </a:solidFill>
          <a:ln/>
        </p:spPr>
        <p:txBody>
          <a:bodyPr/>
          <a:lstStyle/>
          <a:p>
            <a:endParaRPr lang="en-US"/>
          </a:p>
        </p:txBody>
      </p:sp>
      <p:sp>
        <p:nvSpPr>
          <p:cNvPr id="20" name="Card accent">
            <a:extLst>
              <a:ext uri="{C183D7F6-B498-43B3-948B-1728B52AA6E4}">
                <adec:decorative xmlns:adec="http://schemas.microsoft.com/office/drawing/2017/decorative" val="1"/>
              </a:ext>
            </a:extLst>
          </p:cNvPr>
          <p:cNvSpPr/>
          <p:nvPr/>
        </p:nvSpPr>
        <p:spPr>
          <a:xfrm>
            <a:off x="4663440" y="2990088"/>
            <a:ext cx="54864" cy="658368"/>
          </a:xfrm>
          <a:prstGeom prst="rect">
            <a:avLst/>
          </a:prstGeom>
          <a:solidFill>
            <a:srgbClr val="22D3EE"/>
          </a:solidFill>
          <a:ln/>
        </p:spPr>
        <p:txBody>
          <a:bodyPr/>
          <a:lstStyle/>
          <a:p>
            <a:endParaRPr lang="en-US"/>
          </a:p>
        </p:txBody>
      </p:sp>
      <p:sp>
        <p:nvSpPr>
          <p:cNvPr id="21" name="Text 19"/>
          <p:cNvSpPr/>
          <p:nvPr/>
        </p:nvSpPr>
        <p:spPr>
          <a:xfrm>
            <a:off x="4892040" y="2990088"/>
            <a:ext cx="3474720" cy="658368"/>
          </a:xfrm>
          <a:prstGeom prst="rect">
            <a:avLst/>
          </a:prstGeom>
          <a:noFill/>
          <a:ln/>
        </p:spPr>
        <p:txBody>
          <a:bodyPr wrap="square" lIns="0" tIns="0" rIns="0" bIns="0" rtlCol="0" anchor="ctr"/>
          <a:lstStyle/>
          <a:p>
            <a:pPr marL="0" indent="0">
              <a:buNone/>
            </a:pPr>
            <a:r>
              <a:rPr lang="en-US" sz="1250" dirty="0">
                <a:solidFill>
                  <a:srgbClr val="FFFFFF"/>
                </a:solidFill>
                <a:latin typeface="Segoe UI" pitchFamily="34" charset="0"/>
                <a:ea typeface="Segoe UI" pitchFamily="34" charset="-122"/>
                <a:cs typeface="Segoe UI" pitchFamily="34" charset="-120"/>
              </a:rPr>
              <a:t>Create reusable prompts for recurring DGS workflows</a:t>
            </a:r>
            <a:endParaRPr lang="en-US" sz="1250" dirty="0"/>
          </a:p>
        </p:txBody>
      </p:sp>
      <p:sp>
        <p:nvSpPr>
          <p:cNvPr id="22" name="Text 20"/>
          <p:cNvSpPr/>
          <p:nvPr/>
        </p:nvSpPr>
        <p:spPr>
          <a:xfrm>
            <a:off x="640080" y="4114800"/>
            <a:ext cx="7863840" cy="365760"/>
          </a:xfrm>
          <a:prstGeom prst="rect">
            <a:avLst/>
          </a:prstGeom>
          <a:noFill/>
          <a:ln/>
        </p:spPr>
        <p:txBody>
          <a:bodyPr wrap="square" lIns="0" tIns="0" rIns="0" bIns="0" rtlCol="0" anchor="ctr"/>
          <a:lstStyle/>
          <a:p>
            <a:pPr marL="0" indent="0">
              <a:buNone/>
            </a:pPr>
            <a:r>
              <a:rPr lang="en-US" sz="1400" b="1" dirty="0">
                <a:solidFill>
                  <a:srgbClr val="22D3EE"/>
                </a:solidFill>
                <a:latin typeface="Segoe UI" pitchFamily="34" charset="0"/>
                <a:ea typeface="Segoe UI" pitchFamily="34" charset="-122"/>
                <a:cs typeface="Segoe UI" pitchFamily="34" charset="-120"/>
              </a:rPr>
              <a:t>Copilot in Outlook is a decision-support tool, not just a drafting assistant.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320040"/>
            <a:ext cx="786384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Try Me: Back From Two Weeks Out</a:t>
            </a:r>
            <a:endParaRPr lang="en-US" sz="2600" dirty="0"/>
          </a:p>
        </p:txBody>
      </p:sp>
      <p:sp>
        <p:nvSpPr>
          <p:cNvPr id="3" name="Text 1"/>
          <p:cNvSpPr/>
          <p:nvPr/>
        </p:nvSpPr>
        <p:spPr>
          <a:xfrm>
            <a:off x="640080" y="1078992"/>
            <a:ext cx="786384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Segoe UI" pitchFamily="34" charset="0"/>
                <a:ea typeface="Segoe UI" pitchFamily="34" charset="-122"/>
                <a:cs typeface="Segoe UI" pitchFamily="34" charset="-120"/>
              </a:rPr>
              <a:t>SCENARIO  |  RETURNING FROM EXTENDED LEAVE</a:t>
            </a:r>
            <a:endParaRPr lang="en-US" sz="1100" dirty="0"/>
          </a:p>
        </p:txBody>
      </p:sp>
      <p:sp>
        <p:nvSpPr>
          <p:cNvPr id="4" name="Text 2"/>
          <p:cNvSpPr/>
          <p:nvPr/>
        </p:nvSpPr>
        <p:spPr>
          <a:xfrm>
            <a:off x="640080" y="1371600"/>
            <a:ext cx="7863840" cy="365760"/>
          </a:xfrm>
          <a:prstGeom prst="rect">
            <a:avLst/>
          </a:prstGeom>
          <a:noFill/>
          <a:ln/>
        </p:spPr>
        <p:txBody>
          <a:bodyPr wrap="square" lIns="0" tIns="0" rIns="0" bIns="0" rtlCol="0" anchor="ctr"/>
          <a:lstStyle/>
          <a:p>
            <a:pPr marL="0" indent="0">
              <a:buNone/>
            </a:pPr>
            <a:r>
              <a:rPr lang="en-US" sz="1400" dirty="0">
                <a:solidFill>
                  <a:srgbClr val="A8C0D8"/>
                </a:solidFill>
                <a:latin typeface="Segoe UI" pitchFamily="34" charset="0"/>
                <a:ea typeface="Segoe UI" pitchFamily="34" charset="-122"/>
                <a:cs typeface="Segoe UI" pitchFamily="34" charset="-120"/>
              </a:rPr>
              <a:t>An employee returns after two weeks away to a full inbox. Use Copilot to catch up in minutes instead of a full day.</a:t>
            </a:r>
            <a:endParaRPr lang="en-US" sz="1400" dirty="0"/>
          </a:p>
        </p:txBody>
      </p:sp>
      <p:sp>
        <p:nvSpPr>
          <p:cNvPr id="5" name="Prompt card">
            <a:extLst>
              <a:ext uri="{C183D7F6-B498-43B3-948B-1728B52AA6E4}">
                <adec:decorative xmlns:adec="http://schemas.microsoft.com/office/drawing/2017/decorative" val="1"/>
              </a:ext>
            </a:extLst>
          </p:cNvPr>
          <p:cNvSpPr/>
          <p:nvPr/>
        </p:nvSpPr>
        <p:spPr>
          <a:xfrm>
            <a:off x="640080" y="1828800"/>
            <a:ext cx="7863840" cy="1691640"/>
          </a:xfrm>
          <a:prstGeom prst="rect">
            <a:avLst/>
          </a:prstGeom>
          <a:solidFill>
            <a:srgbClr val="173458"/>
          </a:solidFill>
          <a:ln w="12700">
            <a:solidFill>
              <a:srgbClr val="0891B2"/>
            </a:solidFill>
            <a:prstDash val="solid"/>
          </a:ln>
        </p:spPr>
        <p:txBody>
          <a:bodyPr/>
          <a:lstStyle/>
          <a:p>
            <a:endParaRPr lang="en-US"/>
          </a:p>
        </p:txBody>
      </p:sp>
      <p:sp>
        <p:nvSpPr>
          <p:cNvPr id="6" name="Card accent">
            <a:extLst>
              <a:ext uri="{C183D7F6-B498-43B3-948B-1728B52AA6E4}">
                <adec:decorative xmlns:adec="http://schemas.microsoft.com/office/drawing/2017/decorative" val="1"/>
              </a:ext>
            </a:extLst>
          </p:cNvPr>
          <p:cNvSpPr/>
          <p:nvPr/>
        </p:nvSpPr>
        <p:spPr>
          <a:xfrm>
            <a:off x="640080" y="1828800"/>
            <a:ext cx="64008" cy="1691640"/>
          </a:xfrm>
          <a:prstGeom prst="rect">
            <a:avLst/>
          </a:prstGeom>
          <a:solidFill>
            <a:srgbClr val="22D3EE"/>
          </a:solidFill>
          <a:ln/>
        </p:spPr>
        <p:txBody>
          <a:bodyPr/>
          <a:lstStyle/>
          <a:p>
            <a:endParaRPr lang="en-US"/>
          </a:p>
        </p:txBody>
      </p:sp>
      <p:sp>
        <p:nvSpPr>
          <p:cNvPr id="7" name="Text 5"/>
          <p:cNvSpPr/>
          <p:nvPr/>
        </p:nvSpPr>
        <p:spPr>
          <a:xfrm>
            <a:off x="868680" y="1938528"/>
            <a:ext cx="7452360" cy="237744"/>
          </a:xfrm>
          <a:prstGeom prst="rect">
            <a:avLst/>
          </a:prstGeom>
          <a:noFill/>
          <a:ln/>
        </p:spPr>
        <p:txBody>
          <a:bodyPr wrap="square" lIns="0" tIns="0" rIns="0" bIns="0" rtlCol="0" anchor="ctr"/>
          <a:lstStyle/>
          <a:p>
            <a:pPr marL="0" indent="0">
              <a:buNone/>
            </a:pPr>
            <a:r>
              <a:rPr lang="en-US" sz="1000" b="1" kern="0" spc="150" dirty="0">
                <a:solidFill>
                  <a:srgbClr val="22D3EE"/>
                </a:solidFill>
                <a:latin typeface="Segoe UI" pitchFamily="34" charset="0"/>
                <a:ea typeface="Segoe UI" pitchFamily="34" charset="-122"/>
                <a:cs typeface="Segoe UI" pitchFamily="34" charset="-120"/>
              </a:rPr>
              <a:t>TRY ME PROMPT</a:t>
            </a:r>
            <a:endParaRPr lang="en-US" sz="1000" dirty="0"/>
          </a:p>
        </p:txBody>
      </p:sp>
      <p:sp>
        <p:nvSpPr>
          <p:cNvPr id="8" name="Text 6"/>
          <p:cNvSpPr/>
          <p:nvPr/>
        </p:nvSpPr>
        <p:spPr>
          <a:xfrm>
            <a:off x="868680" y="2194560"/>
            <a:ext cx="7452360" cy="1188720"/>
          </a:xfrm>
          <a:prstGeom prst="rect">
            <a:avLst/>
          </a:prstGeom>
          <a:noFill/>
          <a:ln/>
        </p:spPr>
        <p:txBody>
          <a:bodyPr wrap="square" lIns="0" tIns="0" rIns="0" bIns="0" rtlCol="0" anchor="t"/>
          <a:lstStyle/>
          <a:p>
            <a:pPr marL="0" indent="0">
              <a:buNone/>
            </a:pPr>
            <a:r>
              <a:rPr lang="en-US" sz="1300" i="1" dirty="0">
                <a:solidFill>
                  <a:srgbClr val="FFFFFF"/>
                </a:solidFill>
                <a:latin typeface="Segoe UI" pitchFamily="34" charset="0"/>
                <a:ea typeface="Segoe UI" pitchFamily="34" charset="-122"/>
                <a:cs typeface="Segoe UI" pitchFamily="34" charset="-120"/>
              </a:rPr>
              <a:t>Summarize all email I received over the last two weeks while I was out of office. Group the summary by project and sender, identify anything that needs my attention, and list any decisions made in my absence. Then give me a prioritized list of follow-up actions in a table with the task, owner, due date, and urgency, starting with anything already overdue.</a:t>
            </a:r>
            <a:endParaRPr lang="en-US" sz="1300" dirty="0"/>
          </a:p>
        </p:txBody>
      </p:sp>
      <p:sp>
        <p:nvSpPr>
          <p:cNvPr id="9" name="Text 7"/>
          <p:cNvSpPr/>
          <p:nvPr/>
        </p:nvSpPr>
        <p:spPr>
          <a:xfrm>
            <a:off x="640080" y="3657600"/>
            <a:ext cx="7863840" cy="320040"/>
          </a:xfrm>
          <a:prstGeom prst="rect">
            <a:avLst/>
          </a:prstGeom>
          <a:noFill/>
          <a:ln/>
        </p:spPr>
        <p:txBody>
          <a:bodyPr wrap="square" lIns="0" tIns="0" rIns="0" bIns="0" rtlCol="0" anchor="ctr"/>
          <a:lstStyle/>
          <a:p>
            <a:pPr marL="0" indent="0">
              <a:buNone/>
            </a:pPr>
            <a:r>
              <a:rPr lang="en-US" sz="1300" i="1" dirty="0">
                <a:solidFill>
                  <a:srgbClr val="A8C0D8"/>
                </a:solidFill>
                <a:latin typeface="Segoe UI" pitchFamily="34" charset="0"/>
                <a:ea typeface="Segoe UI" pitchFamily="34" charset="-122"/>
                <a:cs typeface="Segoe UI" pitchFamily="34" charset="-120"/>
              </a:rPr>
              <a:t>Follow up with: "Draft short replies to my three most urgent items."</a:t>
            </a:r>
            <a:endParaRPr lang="en-US" sz="1300" dirty="0"/>
          </a:p>
        </p:txBody>
      </p:sp>
      <p:sp>
        <p:nvSpPr>
          <p:cNvPr id="10" name="Text 8"/>
          <p:cNvSpPr/>
          <p:nvPr/>
        </p:nvSpPr>
        <p:spPr>
          <a:xfrm>
            <a:off x="640080" y="4114800"/>
            <a:ext cx="7863840" cy="457200"/>
          </a:xfrm>
          <a:prstGeom prst="rect">
            <a:avLst/>
          </a:prstGeom>
          <a:noFill/>
          <a:ln/>
        </p:spPr>
        <p:txBody>
          <a:bodyPr wrap="square" lIns="0" tIns="0" rIns="0" bIns="0" rtlCol="0" anchor="ctr"/>
          <a:lstStyle/>
          <a:p>
            <a:pPr marL="0" indent="0">
              <a:buNone/>
            </a:pPr>
            <a:r>
              <a:rPr lang="en-US" sz="2200" b="1" dirty="0">
                <a:solidFill>
                  <a:srgbClr val="22D3EE"/>
                </a:solidFill>
                <a:latin typeface="Segoe UI" pitchFamily="34" charset="0"/>
                <a:ea typeface="Segoe UI" pitchFamily="34" charset="-122"/>
                <a:cs typeface="Segoe UI" pitchFamily="34" charset="-120"/>
              </a:rPr>
              <a:t>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1044</Words>
  <Application>Microsoft Office PowerPoint</Application>
  <PresentationFormat>On-screen Show (16:9)</PresentationFormat>
  <Paragraphs>139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Segoe UI</vt:lpstr>
      <vt:lpstr>Office Theme</vt:lpstr>
      <vt:lpstr>Microsoft Copilot for Outlook</vt:lpstr>
      <vt:lpstr>Session Overview</vt:lpstr>
      <vt:lpstr>Agenda</vt:lpstr>
      <vt:lpstr>Advanced Email Summarization &amp; Thread Analysis</vt:lpstr>
      <vt:lpstr>Module 1: What Copilot Can Do</vt:lpstr>
      <vt:lpstr>Executive &amp; Stakeholder Communications</vt:lpstr>
      <vt:lpstr>Module 2: One Thread, Three Audiences</vt:lpstr>
      <vt:lpstr>Decision Tracking &amp; Meeting Preparation</vt:lpstr>
      <vt:lpstr>Module 3: From Thread to Deliverable</vt:lpstr>
      <vt:lpstr>DGS-Specific Productivity Scenarios</vt:lpstr>
      <vt:lpstr>Module 4: Four DGS Scenarios</vt:lpstr>
      <vt:lpstr>Advanced Prompting Techniques</vt:lpstr>
      <vt:lpstr>Live Exercise &amp; Debrief</vt:lpstr>
      <vt:lpstr>Key Takeaways</vt:lpstr>
      <vt:lpstr>Try Me: Back From Two Weeks Out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Dwayne Natwick</dc:creator>
  <cp:lastModifiedBy>Dwayne Natwick</cp:lastModifiedBy>
  <cp:revision>1</cp:revision>
  <dcterms:created xsi:type="dcterms:W3CDTF">2026-08-13T15:37:56Z</dcterms:created>
  <dcterms:modified xsi:type="dcterms:W3CDTF">2026-08-13T16:36:57Z</dcterms:modified>
</cp:coreProperties>
</file>